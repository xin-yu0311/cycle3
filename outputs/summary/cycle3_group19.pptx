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A4A"/>
    <a:srgbClr val="1D9E75"/>
    <a:srgbClr val="E1F5EE"/>
    <a:srgbClr val="706AC4"/>
    <a:srgbClr val="3C3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A3F07-B341-440D-BA21-D622A8D54EBE}" v="11" dt="2026-06-02T13:01:14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4610"/>
  </p:normalViewPr>
  <p:slideViewPr>
    <p:cSldViewPr snapToGrid="0" snapToObjects="1">
      <p:cViewPr>
        <p:scale>
          <a:sx n="82" d="100"/>
          <a:sy n="82" d="100"/>
        </p:scale>
        <p:origin x="4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心妤 王" userId="19423e46d19dec14" providerId="LiveId" clId="{4F210C7C-CBA3-413C-9F66-833D0A7A5ED9}"/>
    <pc:docChg chg="undo redo custSel modSld">
      <pc:chgData name="心妤 王" userId="19423e46d19dec14" providerId="LiveId" clId="{4F210C7C-CBA3-413C-9F66-833D0A7A5ED9}" dt="2026-06-02T13:15:59.802" v="323" actId="1036"/>
      <pc:docMkLst>
        <pc:docMk/>
      </pc:docMkLst>
      <pc:sldChg chg="addSp delSp modSp mod">
        <pc:chgData name="心妤 王" userId="19423e46d19dec14" providerId="LiveId" clId="{4F210C7C-CBA3-413C-9F66-833D0A7A5ED9}" dt="2026-06-02T13:15:59.802" v="323" actId="1036"/>
        <pc:sldMkLst>
          <pc:docMk/>
          <pc:sldMk cId="1233243139" sldId="262"/>
        </pc:sldMkLst>
        <pc:spChg chg="add mod">
          <ac:chgData name="心妤 王" userId="19423e46d19dec14" providerId="LiveId" clId="{4F210C7C-CBA3-413C-9F66-833D0A7A5ED9}" dt="2026-06-02T12:49:49.767" v="188" actId="571"/>
          <ac:spMkLst>
            <pc:docMk/>
            <pc:sldMk cId="1233243139" sldId="262"/>
            <ac:spMk id="3" creationId="{4BBA57BA-D23B-495F-1ABC-B3ACF78F3DE9}"/>
          </ac:spMkLst>
        </pc:spChg>
        <pc:spChg chg="add mod">
          <ac:chgData name="心妤 王" userId="19423e46d19dec14" providerId="LiveId" clId="{4F210C7C-CBA3-413C-9F66-833D0A7A5ED9}" dt="2026-06-02T12:49:49.767" v="188" actId="571"/>
          <ac:spMkLst>
            <pc:docMk/>
            <pc:sldMk cId="1233243139" sldId="262"/>
            <ac:spMk id="7" creationId="{EA21985D-2897-665C-10E8-3835CDA2B8F7}"/>
          </ac:spMkLst>
        </pc:spChg>
        <pc:spChg chg="add mod">
          <ac:chgData name="心妤 王" userId="19423e46d19dec14" providerId="LiveId" clId="{4F210C7C-CBA3-413C-9F66-833D0A7A5ED9}" dt="2026-06-02T12:51:53.109" v="212" actId="1076"/>
          <ac:spMkLst>
            <pc:docMk/>
            <pc:sldMk cId="1233243139" sldId="262"/>
            <ac:spMk id="9" creationId="{AE03653D-50DA-11B6-444D-3DB3A73C9D51}"/>
          </ac:spMkLst>
        </pc:spChg>
        <pc:spChg chg="add mod">
          <ac:chgData name="心妤 王" userId="19423e46d19dec14" providerId="LiveId" clId="{4F210C7C-CBA3-413C-9F66-833D0A7A5ED9}" dt="2026-06-02T12:52:25.489" v="217" actId="1076"/>
          <ac:spMkLst>
            <pc:docMk/>
            <pc:sldMk cId="1233243139" sldId="262"/>
            <ac:spMk id="10" creationId="{E90CC666-8F8C-FD5C-2608-2F5CBF61846D}"/>
          </ac:spMkLst>
        </pc:spChg>
        <pc:spChg chg="mod">
          <ac:chgData name="心妤 王" userId="19423e46d19dec14" providerId="LiveId" clId="{4F210C7C-CBA3-413C-9F66-833D0A7A5ED9}" dt="2026-06-02T13:15:59.802" v="323" actId="1036"/>
          <ac:spMkLst>
            <pc:docMk/>
            <pc:sldMk cId="1233243139" sldId="262"/>
            <ac:spMk id="12" creationId="{B0E06146-01D5-816C-4E35-042D4AD0037D}"/>
          </ac:spMkLst>
        </pc:spChg>
        <pc:spChg chg="add mod">
          <ac:chgData name="心妤 王" userId="19423e46d19dec14" providerId="LiveId" clId="{4F210C7C-CBA3-413C-9F66-833D0A7A5ED9}" dt="2026-06-02T13:00:18.567" v="280" actId="14100"/>
          <ac:spMkLst>
            <pc:docMk/>
            <pc:sldMk cId="1233243139" sldId="262"/>
            <ac:spMk id="17" creationId="{C1798B37-458D-4034-4798-085B4C54853C}"/>
          </ac:spMkLst>
        </pc:spChg>
        <pc:spChg chg="add mod">
          <ac:chgData name="心妤 王" userId="19423e46d19dec14" providerId="LiveId" clId="{4F210C7C-CBA3-413C-9F66-833D0A7A5ED9}" dt="2026-06-02T13:00:41.160" v="303" actId="20577"/>
          <ac:spMkLst>
            <pc:docMk/>
            <pc:sldMk cId="1233243139" sldId="262"/>
            <ac:spMk id="20" creationId="{B9F31BAE-1F11-E709-D249-0D44102029A1}"/>
          </ac:spMkLst>
        </pc:spChg>
        <pc:spChg chg="add mod">
          <ac:chgData name="心妤 王" userId="19423e46d19dec14" providerId="LiveId" clId="{4F210C7C-CBA3-413C-9F66-833D0A7A5ED9}" dt="2026-06-02T13:02:19.798" v="321" actId="1076"/>
          <ac:spMkLst>
            <pc:docMk/>
            <pc:sldMk cId="1233243139" sldId="262"/>
            <ac:spMk id="26" creationId="{C4D6BBCA-5D1E-52CA-083A-E679A04B9C89}"/>
          </ac:spMkLst>
        </pc:spChg>
        <pc:spChg chg="add mod ord">
          <ac:chgData name="心妤 王" userId="19423e46d19dec14" providerId="LiveId" clId="{4F210C7C-CBA3-413C-9F66-833D0A7A5ED9}" dt="2026-06-02T13:02:34.065" v="322" actId="14100"/>
          <ac:spMkLst>
            <pc:docMk/>
            <pc:sldMk cId="1233243139" sldId="262"/>
            <ac:spMk id="27" creationId="{A5B05D2B-D2D2-1E6E-6297-6B8F20119206}"/>
          </ac:spMkLst>
        </pc:spChg>
        <pc:spChg chg="mod">
          <ac:chgData name="心妤 王" userId="19423e46d19dec14" providerId="LiveId" clId="{4F210C7C-CBA3-413C-9F66-833D0A7A5ED9}" dt="2026-06-02T12:45:28.419" v="102" actId="14100"/>
          <ac:spMkLst>
            <pc:docMk/>
            <pc:sldMk cId="1233243139" sldId="262"/>
            <ac:spMk id="63" creationId="{27238159-D0E5-2378-D596-CE3D77A00AE2}"/>
          </ac:spMkLst>
        </pc:spChg>
        <pc:spChg chg="mod">
          <ac:chgData name="心妤 王" userId="19423e46d19dec14" providerId="LiveId" clId="{4F210C7C-CBA3-413C-9F66-833D0A7A5ED9}" dt="2026-06-02T12:50:22.138" v="194" actId="14100"/>
          <ac:spMkLst>
            <pc:docMk/>
            <pc:sldMk cId="1233243139" sldId="262"/>
            <ac:spMk id="91" creationId="{077CC68A-E53E-0082-7576-6BA83C91FEF7}"/>
          </ac:spMkLst>
        </pc:spChg>
        <pc:spChg chg="mod">
          <ac:chgData name="心妤 王" userId="19423e46d19dec14" providerId="LiveId" clId="{4F210C7C-CBA3-413C-9F66-833D0A7A5ED9}" dt="2026-06-02T12:45:24.760" v="101" actId="1076"/>
          <ac:spMkLst>
            <pc:docMk/>
            <pc:sldMk cId="1233243139" sldId="262"/>
            <ac:spMk id="92" creationId="{6821C190-B08B-8C35-7C71-684F14EFD259}"/>
          </ac:spMkLst>
        </pc:spChg>
        <pc:spChg chg="del">
          <ac:chgData name="心妤 王" userId="19423e46d19dec14" providerId="LiveId" clId="{4F210C7C-CBA3-413C-9F66-833D0A7A5ED9}" dt="2026-06-02T12:42:01.541" v="66" actId="478"/>
          <ac:spMkLst>
            <pc:docMk/>
            <pc:sldMk cId="1233243139" sldId="262"/>
            <ac:spMk id="98" creationId="{3E0DC249-1371-C715-DF1B-F6F3A1EFA90B}"/>
          </ac:spMkLst>
        </pc:spChg>
        <pc:spChg chg="mod">
          <ac:chgData name="心妤 王" userId="19423e46d19dec14" providerId="LiveId" clId="{4F210C7C-CBA3-413C-9F66-833D0A7A5ED9}" dt="2026-06-02T12:42:17.969" v="69" actId="1076"/>
          <ac:spMkLst>
            <pc:docMk/>
            <pc:sldMk cId="1233243139" sldId="262"/>
            <ac:spMk id="101" creationId="{B3C5410C-8405-F9A4-6141-6A3E017DB2CE}"/>
          </ac:spMkLst>
        </pc:spChg>
        <pc:spChg chg="del">
          <ac:chgData name="心妤 王" userId="19423e46d19dec14" providerId="LiveId" clId="{4F210C7C-CBA3-413C-9F66-833D0A7A5ED9}" dt="2026-06-02T12:42:21.424" v="70" actId="478"/>
          <ac:spMkLst>
            <pc:docMk/>
            <pc:sldMk cId="1233243139" sldId="262"/>
            <ac:spMk id="104" creationId="{FAF8E7D4-20B3-03A4-A21C-450945C4F0D9}"/>
          </ac:spMkLst>
        </pc:spChg>
        <pc:spChg chg="mod">
          <ac:chgData name="心妤 王" userId="19423e46d19dec14" providerId="LiveId" clId="{4F210C7C-CBA3-413C-9F66-833D0A7A5ED9}" dt="2026-06-02T12:42:56.686" v="74" actId="1036"/>
          <ac:spMkLst>
            <pc:docMk/>
            <pc:sldMk cId="1233243139" sldId="262"/>
            <ac:spMk id="107" creationId="{CF11EF16-46F0-8F9C-99F2-EDC6CF36ADD5}"/>
          </ac:spMkLst>
        </pc:spChg>
        <pc:spChg chg="mod">
          <ac:chgData name="心妤 王" userId="19423e46d19dec14" providerId="LiveId" clId="{4F210C7C-CBA3-413C-9F66-833D0A7A5ED9}" dt="2026-06-02T12:45:48.256" v="106" actId="14100"/>
          <ac:spMkLst>
            <pc:docMk/>
            <pc:sldMk cId="1233243139" sldId="262"/>
            <ac:spMk id="122" creationId="{03A09644-19D0-0CF6-CA5A-626BAB91E004}"/>
          </ac:spMkLst>
        </pc:spChg>
        <pc:spChg chg="mod">
          <ac:chgData name="心妤 王" userId="19423e46d19dec14" providerId="LiveId" clId="{4F210C7C-CBA3-413C-9F66-833D0A7A5ED9}" dt="2026-06-02T12:45:35.425" v="103" actId="1076"/>
          <ac:spMkLst>
            <pc:docMk/>
            <pc:sldMk cId="1233243139" sldId="262"/>
            <ac:spMk id="129" creationId="{63D83561-0E14-CB0F-3616-A6B1043DE843}"/>
          </ac:spMkLst>
        </pc:spChg>
        <pc:spChg chg="del mod">
          <ac:chgData name="心妤 王" userId="19423e46d19dec14" providerId="LiveId" clId="{4F210C7C-CBA3-413C-9F66-833D0A7A5ED9}" dt="2026-06-02T12:43:52.051" v="84" actId="478"/>
          <ac:spMkLst>
            <pc:docMk/>
            <pc:sldMk cId="1233243139" sldId="262"/>
            <ac:spMk id="130" creationId="{2E048FC7-B2ED-D83D-F75B-4ECF6E0E87E0}"/>
          </ac:spMkLst>
        </pc:spChg>
        <pc:spChg chg="del">
          <ac:chgData name="心妤 王" userId="19423e46d19dec14" providerId="LiveId" clId="{4F210C7C-CBA3-413C-9F66-833D0A7A5ED9}" dt="2026-06-02T12:43:53.224" v="85" actId="478"/>
          <ac:spMkLst>
            <pc:docMk/>
            <pc:sldMk cId="1233243139" sldId="262"/>
            <ac:spMk id="131" creationId="{33590824-53B0-09FF-6A38-13E4B0447ADF}"/>
          </ac:spMkLst>
        </pc:spChg>
        <pc:spChg chg="mod">
          <ac:chgData name="心妤 王" userId="19423e46d19dec14" providerId="LiveId" clId="{4F210C7C-CBA3-413C-9F66-833D0A7A5ED9}" dt="2026-06-02T12:43:44.873" v="81" actId="20577"/>
          <ac:spMkLst>
            <pc:docMk/>
            <pc:sldMk cId="1233243139" sldId="262"/>
            <ac:spMk id="134" creationId="{4029EFA9-5808-FB7D-EA66-20A087E4834F}"/>
          </ac:spMkLst>
        </pc:spChg>
        <pc:spChg chg="del topLvl">
          <ac:chgData name="心妤 王" userId="19423e46d19dec14" providerId="LiveId" clId="{4F210C7C-CBA3-413C-9F66-833D0A7A5ED9}" dt="2026-06-02T12:43:56.997" v="87" actId="478"/>
          <ac:spMkLst>
            <pc:docMk/>
            <pc:sldMk cId="1233243139" sldId="262"/>
            <ac:spMk id="136" creationId="{A2DE2299-E85B-392B-90C1-26155BAE8049}"/>
          </ac:spMkLst>
        </pc:spChg>
        <pc:spChg chg="del topLvl">
          <ac:chgData name="心妤 王" userId="19423e46d19dec14" providerId="LiveId" clId="{4F210C7C-CBA3-413C-9F66-833D0A7A5ED9}" dt="2026-06-02T12:43:50.190" v="82" actId="478"/>
          <ac:spMkLst>
            <pc:docMk/>
            <pc:sldMk cId="1233243139" sldId="262"/>
            <ac:spMk id="137" creationId="{C12BD937-4AA9-532D-FFC7-B0A5EA038AD7}"/>
          </ac:spMkLst>
        </pc:spChg>
        <pc:spChg chg="mod">
          <ac:chgData name="心妤 王" userId="19423e46d19dec14" providerId="LiveId" clId="{4F210C7C-CBA3-413C-9F66-833D0A7A5ED9}" dt="2026-06-02T12:45:35.425" v="103" actId="1076"/>
          <ac:spMkLst>
            <pc:docMk/>
            <pc:sldMk cId="1233243139" sldId="262"/>
            <ac:spMk id="154" creationId="{6B6BB391-7954-8445-5994-7F7279E74344}"/>
          </ac:spMkLst>
        </pc:spChg>
        <pc:spChg chg="mod">
          <ac:chgData name="心妤 王" userId="19423e46d19dec14" providerId="LiveId" clId="{4F210C7C-CBA3-413C-9F66-833D0A7A5ED9}" dt="2026-06-02T12:45:35.425" v="103" actId="1076"/>
          <ac:spMkLst>
            <pc:docMk/>
            <pc:sldMk cId="1233243139" sldId="262"/>
            <ac:spMk id="155" creationId="{2FB17BCE-F86F-4F84-CDBE-57A62612211B}"/>
          </ac:spMkLst>
        </pc:spChg>
        <pc:spChg chg="mod">
          <ac:chgData name="心妤 王" userId="19423e46d19dec14" providerId="LiveId" clId="{4F210C7C-CBA3-413C-9F66-833D0A7A5ED9}" dt="2026-06-02T12:46:22.397" v="108" actId="14100"/>
          <ac:spMkLst>
            <pc:docMk/>
            <pc:sldMk cId="1233243139" sldId="262"/>
            <ac:spMk id="157" creationId="{C8C0BB8D-B4E6-2583-B637-4A8F18108935}"/>
          </ac:spMkLst>
        </pc:spChg>
        <pc:spChg chg="mod">
          <ac:chgData name="心妤 王" userId="19423e46d19dec14" providerId="LiveId" clId="{4F210C7C-CBA3-413C-9F66-833D0A7A5ED9}" dt="2026-06-02T12:46:32.594" v="112" actId="1036"/>
          <ac:spMkLst>
            <pc:docMk/>
            <pc:sldMk cId="1233243139" sldId="262"/>
            <ac:spMk id="158" creationId="{74E35CB7-8238-79AD-4E23-5EBCE0008404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61" creationId="{8279F0FB-C0CF-5A94-9498-95ACCFCF9253}"/>
          </ac:spMkLst>
        </pc:spChg>
        <pc:spChg chg="mod">
          <ac:chgData name="心妤 王" userId="19423e46d19dec14" providerId="LiveId" clId="{4F210C7C-CBA3-413C-9F66-833D0A7A5ED9}" dt="2026-06-02T12:48:49.811" v="176" actId="255"/>
          <ac:spMkLst>
            <pc:docMk/>
            <pc:sldMk cId="1233243139" sldId="262"/>
            <ac:spMk id="162" creationId="{B06F85B2-4041-A629-E32A-95726351E151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63" creationId="{E9ACF5E6-126A-074A-351D-BA774390BE38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64" creationId="{C9F82FD0-2D22-4CC5-8731-351FBC5A7770}"/>
          </ac:spMkLst>
        </pc:spChg>
        <pc:spChg chg="mod">
          <ac:chgData name="心妤 王" userId="19423e46d19dec14" providerId="LiveId" clId="{4F210C7C-CBA3-413C-9F66-833D0A7A5ED9}" dt="2026-06-02T12:48:44.417" v="175" actId="255"/>
          <ac:spMkLst>
            <pc:docMk/>
            <pc:sldMk cId="1233243139" sldId="262"/>
            <ac:spMk id="166" creationId="{6B443CE3-9FB1-7A9F-A6D4-DDC345957098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67" creationId="{9F40542C-D289-C152-3054-36F56D796D44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68" creationId="{2ADE5262-65F1-4B96-8000-4D7AC8853EA0}"/>
          </ac:spMkLst>
        </pc:spChg>
        <pc:spChg chg="mod">
          <ac:chgData name="心妤 王" userId="19423e46d19dec14" providerId="LiveId" clId="{4F210C7C-CBA3-413C-9F66-833D0A7A5ED9}" dt="2026-06-02T12:49:16.151" v="179" actId="1076"/>
          <ac:spMkLst>
            <pc:docMk/>
            <pc:sldMk cId="1233243139" sldId="262"/>
            <ac:spMk id="170" creationId="{5BD135EE-32C0-6CB1-E66F-8D775984BA00}"/>
          </ac:spMkLst>
        </pc:spChg>
        <pc:spChg chg="mod">
          <ac:chgData name="心妤 王" userId="19423e46d19dec14" providerId="LiveId" clId="{4F210C7C-CBA3-413C-9F66-833D0A7A5ED9}" dt="2026-06-02T12:49:52.083" v="192" actId="1038"/>
          <ac:spMkLst>
            <pc:docMk/>
            <pc:sldMk cId="1233243139" sldId="262"/>
            <ac:spMk id="171" creationId="{7E7E8243-089E-BADC-1F61-BA3560564037}"/>
          </ac:spMkLst>
        </pc:spChg>
        <pc:spChg chg="mod">
          <ac:chgData name="心妤 王" userId="19423e46d19dec14" providerId="LiveId" clId="{4F210C7C-CBA3-413C-9F66-833D0A7A5ED9}" dt="2026-06-02T12:49:52.083" v="192" actId="1038"/>
          <ac:spMkLst>
            <pc:docMk/>
            <pc:sldMk cId="1233243139" sldId="262"/>
            <ac:spMk id="172" creationId="{5595B333-ADF8-1DD7-FCE1-2457144F5072}"/>
          </ac:spMkLst>
        </pc:spChg>
        <pc:spChg chg="mod">
          <ac:chgData name="心妤 王" userId="19423e46d19dec14" providerId="LiveId" clId="{4F210C7C-CBA3-413C-9F66-833D0A7A5ED9}" dt="2026-06-02T12:48:39.549" v="174" actId="255"/>
          <ac:spMkLst>
            <pc:docMk/>
            <pc:sldMk cId="1233243139" sldId="262"/>
            <ac:spMk id="174" creationId="{279498DD-92BE-5A95-A702-D6F96D979F67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75" creationId="{A5F0EB46-2CDA-BE54-D7A2-371DEEF2D4E5}"/>
          </ac:spMkLst>
        </pc:spChg>
        <pc:spChg chg="mod">
          <ac:chgData name="心妤 王" userId="19423e46d19dec14" providerId="LiveId" clId="{4F210C7C-CBA3-413C-9F66-833D0A7A5ED9}" dt="2026-06-02T12:49:24.663" v="181" actId="1076"/>
          <ac:spMkLst>
            <pc:docMk/>
            <pc:sldMk cId="1233243139" sldId="262"/>
            <ac:spMk id="177" creationId="{38746C9C-767B-A326-AFDA-FBFF61BB53C9}"/>
          </ac:spMkLst>
        </pc:spChg>
        <pc:spChg chg="mod">
          <ac:chgData name="心妤 王" userId="19423e46d19dec14" providerId="LiveId" clId="{4F210C7C-CBA3-413C-9F66-833D0A7A5ED9}" dt="2026-06-02T12:49:37.022" v="186" actId="1037"/>
          <ac:spMkLst>
            <pc:docMk/>
            <pc:sldMk cId="1233243139" sldId="262"/>
            <ac:spMk id="178" creationId="{438EB755-14D3-C380-993D-E83D29B64882}"/>
          </ac:spMkLst>
        </pc:spChg>
        <pc:spChg chg="mod">
          <ac:chgData name="心妤 王" userId="19423e46d19dec14" providerId="LiveId" clId="{4F210C7C-CBA3-413C-9F66-833D0A7A5ED9}" dt="2026-06-02T12:49:37.022" v="186" actId="1037"/>
          <ac:spMkLst>
            <pc:docMk/>
            <pc:sldMk cId="1233243139" sldId="262"/>
            <ac:spMk id="179" creationId="{2D9ECBE7-8453-E359-9CCD-9CAFC5F12468}"/>
          </ac:spMkLst>
        </pc:spChg>
        <pc:spChg chg="mod">
          <ac:chgData name="心妤 王" userId="19423e46d19dec14" providerId="LiveId" clId="{4F210C7C-CBA3-413C-9F66-833D0A7A5ED9}" dt="2026-06-02T12:46:41.823" v="113" actId="1076"/>
          <ac:spMkLst>
            <pc:docMk/>
            <pc:sldMk cId="1233243139" sldId="262"/>
            <ac:spMk id="180" creationId="{F6DC7747-25DD-9BFB-94A0-B7DFB0994654}"/>
          </ac:spMkLst>
        </pc:spChg>
        <pc:spChg chg="mod">
          <ac:chgData name="心妤 王" userId="19423e46d19dec14" providerId="LiveId" clId="{4F210C7C-CBA3-413C-9F66-833D0A7A5ED9}" dt="2026-06-02T12:48:58.850" v="178" actId="1076"/>
          <ac:spMkLst>
            <pc:docMk/>
            <pc:sldMk cId="1233243139" sldId="262"/>
            <ac:spMk id="181" creationId="{9E7DFBF8-8980-8271-805D-D8FB95097852}"/>
          </ac:spMkLst>
        </pc:spChg>
        <pc:spChg chg="mod">
          <ac:chgData name="心妤 王" userId="19423e46d19dec14" providerId="LiveId" clId="{4F210C7C-CBA3-413C-9F66-833D0A7A5ED9}" dt="2026-06-02T12:48:56.224" v="177" actId="14100"/>
          <ac:spMkLst>
            <pc:docMk/>
            <pc:sldMk cId="1233243139" sldId="262"/>
            <ac:spMk id="182" creationId="{65AF13DD-EF86-7279-4C10-AEC79CC9B7A2}"/>
          </ac:spMkLst>
        </pc:spChg>
        <pc:spChg chg="mod">
          <ac:chgData name="心妤 王" userId="19423e46d19dec14" providerId="LiveId" clId="{4F210C7C-CBA3-413C-9F66-833D0A7A5ED9}" dt="2026-06-02T12:44:58.053" v="97" actId="1076"/>
          <ac:spMkLst>
            <pc:docMk/>
            <pc:sldMk cId="1233243139" sldId="262"/>
            <ac:spMk id="183" creationId="{BFE45FC5-1A64-986E-A9EE-FBFB56739CA3}"/>
          </ac:spMkLst>
        </pc:spChg>
        <pc:spChg chg="mod">
          <ac:chgData name="心妤 王" userId="19423e46d19dec14" providerId="LiveId" clId="{4F210C7C-CBA3-413C-9F66-833D0A7A5ED9}" dt="2026-06-02T12:50:32.358" v="196" actId="14100"/>
          <ac:spMkLst>
            <pc:docMk/>
            <pc:sldMk cId="1233243139" sldId="262"/>
            <ac:spMk id="184" creationId="{A86C6A46-4F4E-6F27-D298-D5D3C82A7684}"/>
          </ac:spMkLst>
        </pc:spChg>
        <pc:spChg chg="mod">
          <ac:chgData name="心妤 王" userId="19423e46d19dec14" providerId="LiveId" clId="{4F210C7C-CBA3-413C-9F66-833D0A7A5ED9}" dt="2026-06-02T12:50:44.172" v="197" actId="1076"/>
          <ac:spMkLst>
            <pc:docMk/>
            <pc:sldMk cId="1233243139" sldId="262"/>
            <ac:spMk id="185" creationId="{D6318519-6A37-D88E-95BA-02DF6F66C728}"/>
          </ac:spMkLst>
        </pc:spChg>
        <pc:spChg chg="mod">
          <ac:chgData name="心妤 王" userId="19423e46d19dec14" providerId="LiveId" clId="{4F210C7C-CBA3-413C-9F66-833D0A7A5ED9}" dt="2026-06-02T12:51:35.506" v="209" actId="1076"/>
          <ac:spMkLst>
            <pc:docMk/>
            <pc:sldMk cId="1233243139" sldId="262"/>
            <ac:spMk id="187" creationId="{00A8CD91-5843-07FF-F135-299C18EFFC7A}"/>
          </ac:spMkLst>
        </pc:spChg>
        <pc:spChg chg="mod">
          <ac:chgData name="心妤 王" userId="19423e46d19dec14" providerId="LiveId" clId="{4F210C7C-CBA3-413C-9F66-833D0A7A5ED9}" dt="2026-06-02T12:51:39.447" v="210" actId="1035"/>
          <ac:spMkLst>
            <pc:docMk/>
            <pc:sldMk cId="1233243139" sldId="262"/>
            <ac:spMk id="188" creationId="{9EE680F5-9501-C762-AE7C-1FAD86BACDCC}"/>
          </ac:spMkLst>
        </pc:spChg>
        <pc:spChg chg="del mod">
          <ac:chgData name="心妤 王" userId="19423e46d19dec14" providerId="LiveId" clId="{4F210C7C-CBA3-413C-9F66-833D0A7A5ED9}" dt="2026-06-02T12:51:14.696" v="204" actId="478"/>
          <ac:spMkLst>
            <pc:docMk/>
            <pc:sldMk cId="1233243139" sldId="262"/>
            <ac:spMk id="189" creationId="{0E58554C-C555-11A4-61F7-0D6A65384CBA}"/>
          </ac:spMkLst>
        </pc:spChg>
        <pc:spChg chg="mod">
          <ac:chgData name="心妤 王" userId="19423e46d19dec14" providerId="LiveId" clId="{4F210C7C-CBA3-413C-9F66-833D0A7A5ED9}" dt="2026-06-02T12:50:58.429" v="200" actId="14100"/>
          <ac:spMkLst>
            <pc:docMk/>
            <pc:sldMk cId="1233243139" sldId="262"/>
            <ac:spMk id="190" creationId="{FAED5736-A5E1-16F1-5CC4-4243334DA1EC}"/>
          </ac:spMkLst>
        </pc:spChg>
        <pc:spChg chg="add">
          <ac:chgData name="心妤 王" userId="19423e46d19dec14" providerId="LiveId" clId="{4F210C7C-CBA3-413C-9F66-833D0A7A5ED9}" dt="2026-06-02T12:37:07.498" v="2" actId="478"/>
          <ac:spMkLst>
            <pc:docMk/>
            <pc:sldMk cId="1233243139" sldId="262"/>
            <ac:spMk id="193" creationId="{D8DDC371-A856-F97B-7EC0-E1B1A3CDDC84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194" creationId="{4C25EACF-C3F0-3F23-622B-20EA0465A993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196" creationId="{EC65EB98-0A6D-B094-1752-8826B1D0F8E0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198" creationId="{E3FEAECF-554E-7E49-7DA7-C12413E38648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199" creationId="{E922BD54-BBFE-B9EF-10D4-C8B740A78D8D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00" creationId="{4064FACC-8C9D-149F-A4A5-EAAFC4352778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02" creationId="{C69A3AC5-EB29-E657-F629-749E50077FCA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03" creationId="{F6D997F0-4711-60C5-6FC3-EE3B4E5250B6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04" creationId="{E3C4FB16-5B13-DDB6-4C23-56105FAE6DCA}"/>
          </ac:spMkLst>
        </pc:spChg>
        <pc:spChg chg="add 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19" creationId="{64BBF17B-140B-5559-978B-AF146E764652}"/>
          </ac:spMkLst>
        </pc:spChg>
        <pc:spChg chg="del">
          <ac:chgData name="心妤 王" userId="19423e46d19dec14" providerId="LiveId" clId="{4F210C7C-CBA3-413C-9F66-833D0A7A5ED9}" dt="2026-06-02T12:37:10.877" v="3" actId="478"/>
          <ac:spMkLst>
            <pc:docMk/>
            <pc:sldMk cId="1233243139" sldId="262"/>
            <ac:spMk id="220" creationId="{0695D4EF-7076-7197-9E69-AE48979995EF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36" creationId="{04259D6B-2863-F789-D015-FF1FCECC0B87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38" creationId="{ABFD3195-6A25-2002-6C16-74BE229DA213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43" creationId="{B4A39150-6484-C821-2762-B6CE5B0C9E83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53" creationId="{02D487B3-1557-E412-A35B-90AA3ACCE1E2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54" creationId="{F209F7DF-6D48-178A-000C-86B704274BC4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56" creationId="{1FB89123-D4BB-1B25-4A91-6C681CDDDEBB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58" creationId="{5A811540-BB14-96FF-BCA5-2C540AEF58ED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59" creationId="{6117C28A-F7A3-54AD-6079-489545385E56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60" creationId="{E93D9EF9-9C73-689B-E98E-C8AF9675F50E}"/>
          </ac:spMkLst>
        </pc:spChg>
        <pc:spChg chg="del">
          <ac:chgData name="心妤 王" userId="19423e46d19dec14" providerId="LiveId" clId="{4F210C7C-CBA3-413C-9F66-833D0A7A5ED9}" dt="2026-06-02T12:37:00.928" v="0" actId="478"/>
          <ac:spMkLst>
            <pc:docMk/>
            <pc:sldMk cId="1233243139" sldId="262"/>
            <ac:spMk id="261" creationId="{706A0CD1-611E-22C8-361A-86F74A043D31}"/>
          </ac:spMkLst>
        </pc:spChg>
        <pc:spChg chg="mod">
          <ac:chgData name="心妤 王" userId="19423e46d19dec14" providerId="LiveId" clId="{4F210C7C-CBA3-413C-9F66-833D0A7A5ED9}" dt="2026-06-02T12:58:06.738" v="271" actId="1076"/>
          <ac:spMkLst>
            <pc:docMk/>
            <pc:sldMk cId="1233243139" sldId="262"/>
            <ac:spMk id="267" creationId="{52103CCC-4284-0614-2842-1DD21B91E62D}"/>
          </ac:spMkLst>
        </pc:spChg>
        <pc:spChg chg="mod ord">
          <ac:chgData name="心妤 王" userId="19423e46d19dec14" providerId="LiveId" clId="{4F210C7C-CBA3-413C-9F66-833D0A7A5ED9}" dt="2026-06-02T12:58:06.738" v="271" actId="1076"/>
          <ac:spMkLst>
            <pc:docMk/>
            <pc:sldMk cId="1233243139" sldId="262"/>
            <ac:spMk id="268" creationId="{CBB1F65D-31AE-21E6-2EE0-AC38D6C2579E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70" creationId="{D4DD355B-7E2D-882D-3943-C82993E382BD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72" creationId="{FF4D988A-6CF5-FB2E-8508-663472223F56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74" creationId="{C078300F-3F45-8117-B045-B9CF0C74B4E5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77" creationId="{D4A9FC12-5372-269B-9EDE-3B13F7979F8B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78" creationId="{883F0FEA-8E6E-4696-6CB2-428AB30F382A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81" creationId="{97E0B111-792C-C5D6-9A03-37999BE7CB8B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84" creationId="{8845941A-7496-C9B9-4F7E-E2AB62A37E0D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85" creationId="{0A9961F0-6BAF-0044-E35E-11643E8356C9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286" creationId="{065C2524-456E-0ECB-0D4D-6B392BF42439}"/>
          </ac:spMkLst>
        </pc:spChg>
        <pc:spChg chg="mod">
          <ac:chgData name="心妤 王" userId="19423e46d19dec14" providerId="LiveId" clId="{4F210C7C-CBA3-413C-9F66-833D0A7A5ED9}" dt="2026-06-02T12:56:07.007" v="253" actId="14100"/>
          <ac:spMkLst>
            <pc:docMk/>
            <pc:sldMk cId="1233243139" sldId="262"/>
            <ac:spMk id="287" creationId="{0F1A0D35-B670-DC5B-2439-0330E7DD375A}"/>
          </ac:spMkLst>
        </pc:spChg>
        <pc:spChg chg="del">
          <ac:chgData name="心妤 王" userId="19423e46d19dec14" providerId="LiveId" clId="{4F210C7C-CBA3-413C-9F66-833D0A7A5ED9}" dt="2026-06-02T12:56:13.435" v="254" actId="478"/>
          <ac:spMkLst>
            <pc:docMk/>
            <pc:sldMk cId="1233243139" sldId="262"/>
            <ac:spMk id="288" creationId="{571E308C-0E19-062A-F126-96D37059A4CA}"/>
          </ac:spMkLst>
        </pc:spChg>
        <pc:spChg chg="mod">
          <ac:chgData name="心妤 王" userId="19423e46d19dec14" providerId="LiveId" clId="{4F210C7C-CBA3-413C-9F66-833D0A7A5ED9}" dt="2026-06-02T12:53:17.120" v="222" actId="1076"/>
          <ac:spMkLst>
            <pc:docMk/>
            <pc:sldMk cId="1233243139" sldId="262"/>
            <ac:spMk id="289" creationId="{9BDACC07-87FE-F402-913E-E7BE0E7AD12C}"/>
          </ac:spMkLst>
        </pc:spChg>
        <pc:spChg chg="mod">
          <ac:chgData name="心妤 王" userId="19423e46d19dec14" providerId="LiveId" clId="{4F210C7C-CBA3-413C-9F66-833D0A7A5ED9}" dt="2026-06-02T12:53:22.580" v="223" actId="1076"/>
          <ac:spMkLst>
            <pc:docMk/>
            <pc:sldMk cId="1233243139" sldId="262"/>
            <ac:spMk id="290" creationId="{17DEE988-9C74-AE9F-1255-6106FE36ABFD}"/>
          </ac:spMkLst>
        </pc:spChg>
        <pc:spChg chg="mod">
          <ac:chgData name="心妤 王" userId="19423e46d19dec14" providerId="LiveId" clId="{4F210C7C-CBA3-413C-9F66-833D0A7A5ED9}" dt="2026-06-02T12:53:56.023" v="231" actId="14100"/>
          <ac:spMkLst>
            <pc:docMk/>
            <pc:sldMk cId="1233243139" sldId="262"/>
            <ac:spMk id="291" creationId="{94DFAD8B-7507-A29E-42F3-822B497279A0}"/>
          </ac:spMkLst>
        </pc:spChg>
        <pc:spChg chg="mod">
          <ac:chgData name="心妤 王" userId="19423e46d19dec14" providerId="LiveId" clId="{4F210C7C-CBA3-413C-9F66-833D0A7A5ED9}" dt="2026-06-02T12:54:06.817" v="234" actId="1076"/>
          <ac:spMkLst>
            <pc:docMk/>
            <pc:sldMk cId="1233243139" sldId="262"/>
            <ac:spMk id="292" creationId="{B298618F-60D5-6E31-9296-00BDE4D25FD5}"/>
          </ac:spMkLst>
        </pc:spChg>
        <pc:spChg chg="del mod">
          <ac:chgData name="心妤 王" userId="19423e46d19dec14" providerId="LiveId" clId="{4F210C7C-CBA3-413C-9F66-833D0A7A5ED9}" dt="2026-06-02T12:54:39.087" v="239" actId="478"/>
          <ac:spMkLst>
            <pc:docMk/>
            <pc:sldMk cId="1233243139" sldId="262"/>
            <ac:spMk id="293" creationId="{63704180-3F9D-889C-FCE5-AF364CF4B74C}"/>
          </ac:spMkLst>
        </pc:spChg>
        <pc:spChg chg="mod">
          <ac:chgData name="心妤 王" userId="19423e46d19dec14" providerId="LiveId" clId="{4F210C7C-CBA3-413C-9F66-833D0A7A5ED9}" dt="2026-06-02T12:54:46.539" v="240" actId="1076"/>
          <ac:spMkLst>
            <pc:docMk/>
            <pc:sldMk cId="1233243139" sldId="262"/>
            <ac:spMk id="294" creationId="{AAC8E966-785F-63B6-FD32-B1ED92D2D16F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297" creationId="{1F29392D-23EE-F575-D70D-7AAFB5262CA4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300" creationId="{BFD755C6-A61C-8BB7-1AD0-D29F71418BB4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302" creationId="{06CF4FEF-40A0-1E88-AB0C-DA84FE8F572E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303" creationId="{6BE4154E-2884-C813-617E-D8D737CBB79E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304" creationId="{D3D58DF0-4848-2297-D257-05A2DF149BAD}"/>
          </ac:spMkLst>
        </pc:spChg>
        <pc:spChg chg="mod">
          <ac:chgData name="心妤 王" userId="19423e46d19dec14" providerId="LiveId" clId="{4F210C7C-CBA3-413C-9F66-833D0A7A5ED9}" dt="2026-06-02T12:58:36.846" v="275" actId="1036"/>
          <ac:spMkLst>
            <pc:docMk/>
            <pc:sldMk cId="1233243139" sldId="262"/>
            <ac:spMk id="307" creationId="{4E07D0FB-85B1-0A51-D70B-B0D2A6E9ECC9}"/>
          </ac:spMkLst>
        </pc:spChg>
        <pc:spChg chg="mod">
          <ac:chgData name="心妤 王" userId="19423e46d19dec14" providerId="LiveId" clId="{4F210C7C-CBA3-413C-9F66-833D0A7A5ED9}" dt="2026-06-02T12:57:46.373" v="269" actId="1076"/>
          <ac:spMkLst>
            <pc:docMk/>
            <pc:sldMk cId="1233243139" sldId="262"/>
            <ac:spMk id="311" creationId="{BA944FF1-4AA4-D66D-1A51-01A1DE1565B0}"/>
          </ac:spMkLst>
        </pc:spChg>
        <pc:grpChg chg="del">
          <ac:chgData name="心妤 王" userId="19423e46d19dec14" providerId="LiveId" clId="{4F210C7C-CBA3-413C-9F66-833D0A7A5ED9}" dt="2026-06-02T12:43:01.237" v="75" actId="478"/>
          <ac:grpSpMkLst>
            <pc:docMk/>
            <pc:sldMk cId="1233243139" sldId="262"/>
            <ac:grpSpMk id="112" creationId="{3300812B-51D4-1439-F96D-6FB2BA296CB9}"/>
          </ac:grpSpMkLst>
        </pc:grpChg>
        <pc:grpChg chg="del">
          <ac:chgData name="心妤 王" userId="19423e46d19dec14" providerId="LiveId" clId="{4F210C7C-CBA3-413C-9F66-833D0A7A5ED9}" dt="2026-06-02T12:43:02.379" v="76" actId="478"/>
          <ac:grpSpMkLst>
            <pc:docMk/>
            <pc:sldMk cId="1233243139" sldId="262"/>
            <ac:grpSpMk id="115" creationId="{C926845A-9421-EFAE-9BED-18F33974EC40}"/>
          </ac:grpSpMkLst>
        </pc:grpChg>
        <pc:grpChg chg="mod">
          <ac:chgData name="心妤 王" userId="19423e46d19dec14" providerId="LiveId" clId="{4F210C7C-CBA3-413C-9F66-833D0A7A5ED9}" dt="2026-06-02T12:45:35.425" v="103" actId="1076"/>
          <ac:grpSpMkLst>
            <pc:docMk/>
            <pc:sldMk cId="1233243139" sldId="262"/>
            <ac:grpSpMk id="132" creationId="{6E29DFE6-E8CA-00AB-863D-710D18681D1D}"/>
          </ac:grpSpMkLst>
        </pc:grpChg>
        <pc:grpChg chg="del">
          <ac:chgData name="心妤 王" userId="19423e46d19dec14" providerId="LiveId" clId="{4F210C7C-CBA3-413C-9F66-833D0A7A5ED9}" dt="2026-06-02T12:43:50.190" v="82" actId="478"/>
          <ac:grpSpMkLst>
            <pc:docMk/>
            <pc:sldMk cId="1233243139" sldId="262"/>
            <ac:grpSpMk id="135" creationId="{6ED9D555-F4D8-C926-A6CB-FAD51DA55E93}"/>
          </ac:grpSpMkLst>
        </pc:grpChg>
        <pc:grpChg chg="del">
          <ac:chgData name="心妤 王" userId="19423e46d19dec14" providerId="LiveId" clId="{4F210C7C-CBA3-413C-9F66-833D0A7A5ED9}" dt="2026-06-02T12:43:55.698" v="86" actId="478"/>
          <ac:grpSpMkLst>
            <pc:docMk/>
            <pc:sldMk cId="1233243139" sldId="262"/>
            <ac:grpSpMk id="138" creationId="{40B2DB5C-7ABE-525B-9D33-868F42544046}"/>
          </ac:grpSpMkLst>
        </pc:grpChg>
        <pc:grpChg chg="mod">
          <ac:chgData name="心妤 王" userId="19423e46d19dec14" providerId="LiveId" clId="{4F210C7C-CBA3-413C-9F66-833D0A7A5ED9}" dt="2026-06-02T12:56:54.685" v="262" actId="1076"/>
          <ac:grpSpMkLst>
            <pc:docMk/>
            <pc:sldMk cId="1233243139" sldId="262"/>
            <ac:grpSpMk id="233" creationId="{C71307FA-A2BE-0649-BD57-2B0BB58D5D2A}"/>
          </ac:grpSpMkLst>
        </pc:grpChg>
        <pc:cxnChg chg="mod">
          <ac:chgData name="心妤 王" userId="19423e46d19dec14" providerId="LiveId" clId="{4F210C7C-CBA3-413C-9F66-833D0A7A5ED9}" dt="2026-06-02T12:58:36.846" v="275" actId="1036"/>
          <ac:cxnSpMkLst>
            <pc:docMk/>
            <pc:sldMk cId="1233243139" sldId="262"/>
            <ac:cxnSpMk id="305" creationId="{FE540DF7-54E9-EFF9-CB77-DC3EFF642769}"/>
          </ac:cxnSpMkLst>
        </pc:cxnChg>
        <pc:cxnChg chg="mod">
          <ac:chgData name="心妤 王" userId="19423e46d19dec14" providerId="LiveId" clId="{4F210C7C-CBA3-413C-9F66-833D0A7A5ED9}" dt="2026-06-02T12:58:36.846" v="275" actId="1036"/>
          <ac:cxnSpMkLst>
            <pc:docMk/>
            <pc:sldMk cId="1233243139" sldId="262"/>
            <ac:cxnSpMk id="308" creationId="{B03FECC6-A4ED-D7DD-D246-69E926BE89B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77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4">
            <a:extLst>
              <a:ext uri="{FF2B5EF4-FFF2-40B4-BE49-F238E27FC236}">
                <a16:creationId xmlns:a16="http://schemas.microsoft.com/office/drawing/2014/main" id="{A5B05D2B-D2D2-1E6E-6297-6B8F20119206}"/>
              </a:ext>
            </a:extLst>
          </p:cNvPr>
          <p:cNvSpPr/>
          <p:nvPr/>
        </p:nvSpPr>
        <p:spPr>
          <a:xfrm>
            <a:off x="9343983" y="3793415"/>
            <a:ext cx="2738864" cy="295495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6" name="Shape 4">
            <a:extLst>
              <a:ext uri="{FF2B5EF4-FFF2-40B4-BE49-F238E27FC236}">
                <a16:creationId xmlns:a16="http://schemas.microsoft.com/office/drawing/2014/main" id="{065C2524-456E-0ECB-0D4D-6B392BF42439}"/>
              </a:ext>
            </a:extLst>
          </p:cNvPr>
          <p:cNvSpPr/>
          <p:nvPr/>
        </p:nvSpPr>
        <p:spPr>
          <a:xfrm>
            <a:off x="5351781" y="3793415"/>
            <a:ext cx="3913519" cy="295495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4" name="Shape 4">
            <a:extLst>
              <a:ext uri="{FF2B5EF4-FFF2-40B4-BE49-F238E27FC236}">
                <a16:creationId xmlns:a16="http://schemas.microsoft.com/office/drawing/2014/main" id="{95A10404-33D5-AD3B-BF89-A27CFABE3A03}"/>
              </a:ext>
            </a:extLst>
          </p:cNvPr>
          <p:cNvSpPr/>
          <p:nvPr/>
        </p:nvSpPr>
        <p:spPr>
          <a:xfrm>
            <a:off x="2484161" y="5262019"/>
            <a:ext cx="2765756" cy="148634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9ACA1-4095-16F3-53B3-567756455706}"/>
              </a:ext>
            </a:extLst>
          </p:cNvPr>
          <p:cNvSpPr/>
          <p:nvPr/>
        </p:nvSpPr>
        <p:spPr>
          <a:xfrm>
            <a:off x="0" y="0"/>
            <a:ext cx="12192000" cy="643812"/>
          </a:xfrm>
          <a:prstGeom prst="rect">
            <a:avLst/>
          </a:prstGeom>
          <a:solidFill>
            <a:srgbClr val="1E1A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607696A-7DE8-6FA4-0071-FF5356C644AE}"/>
              </a:ext>
            </a:extLst>
          </p:cNvPr>
          <p:cNvSpPr txBox="1"/>
          <p:nvPr/>
        </p:nvSpPr>
        <p:spPr>
          <a:xfrm>
            <a:off x="0" y="74239"/>
            <a:ext cx="7405396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Current Alcohol Use, and Sad or Hopeless Feelings</a:t>
            </a:r>
            <a:endParaRPr lang="en-US" altLang="zh-TW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D6ADC62-D9AB-5D16-96EF-B5975285BB64}"/>
              </a:ext>
            </a:extLst>
          </p:cNvPr>
          <p:cNvSpPr/>
          <p:nvPr/>
        </p:nvSpPr>
        <p:spPr>
          <a:xfrm>
            <a:off x="10554791" y="67243"/>
            <a:ext cx="1478592" cy="458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TW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113370209</a:t>
            </a:r>
            <a:r>
              <a:rPr lang="zh-TW" alt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王心妤 </a:t>
            </a:r>
            <a:endParaRPr lang="en-US" altLang="zh-TW" sz="1200" b="1" dirty="0">
              <a:solidFill>
                <a:srgbClr val="AFA9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TW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112310316</a:t>
            </a:r>
            <a:r>
              <a:rPr lang="zh-TW" altLang="en-US" sz="1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梁展育</a:t>
            </a:r>
            <a:endParaRPr lang="en-US" sz="120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85726D5-17E3-448D-9776-A7FF895EDE08}"/>
              </a:ext>
            </a:extLst>
          </p:cNvPr>
          <p:cNvSpPr/>
          <p:nvPr/>
        </p:nvSpPr>
        <p:spPr>
          <a:xfrm>
            <a:off x="6640751" y="109634"/>
            <a:ext cx="3703943" cy="42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High School Students</a:t>
            </a:r>
            <a:endParaRPr 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27462A3-923D-7D87-454D-072BC852FBED}"/>
              </a:ext>
            </a:extLst>
          </p:cNvPr>
          <p:cNvCxnSpPr/>
          <p:nvPr/>
        </p:nvCxnSpPr>
        <p:spPr>
          <a:xfrm>
            <a:off x="10545460" y="119382"/>
            <a:ext cx="0" cy="424544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4">
            <a:extLst>
              <a:ext uri="{FF2B5EF4-FFF2-40B4-BE49-F238E27FC236}">
                <a16:creationId xmlns:a16="http://schemas.microsoft.com/office/drawing/2014/main" id="{5BF319DA-0651-5C86-5988-8EBFB10B8FB8}"/>
              </a:ext>
            </a:extLst>
          </p:cNvPr>
          <p:cNvSpPr/>
          <p:nvPr/>
        </p:nvSpPr>
        <p:spPr>
          <a:xfrm>
            <a:off x="77229" y="1020778"/>
            <a:ext cx="1645394" cy="547183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D9BAAC64-D28B-0839-3DB7-7BBC80FC4576}"/>
              </a:ext>
            </a:extLst>
          </p:cNvPr>
          <p:cNvSpPr/>
          <p:nvPr/>
        </p:nvSpPr>
        <p:spPr>
          <a:xfrm>
            <a:off x="52314" y="1044221"/>
            <a:ext cx="1371848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900" b="1" dirty="0">
                <a:solidFill>
                  <a:srgbClr val="1E1A4A"/>
                </a:solidFill>
              </a:rPr>
              <a:t>Main question</a:t>
            </a:r>
            <a:endParaRPr lang="en-US" altLang="zh-TW" sz="900" dirty="0">
              <a:solidFill>
                <a:srgbClr val="1E1A4A"/>
              </a:solidFill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CD2E09CC-C341-ECC2-1BF7-FED331996623}"/>
              </a:ext>
            </a:extLst>
          </p:cNvPr>
          <p:cNvSpPr/>
          <p:nvPr/>
        </p:nvSpPr>
        <p:spPr>
          <a:xfrm>
            <a:off x="143729" y="1191118"/>
            <a:ext cx="1451789" cy="35024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proportion of sad or hopeless feelings different between female and male students?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6EE0FF8-C69D-248E-EA8B-43E79EC253CD}"/>
              </a:ext>
            </a:extLst>
          </p:cNvPr>
          <p:cNvSpPr/>
          <p:nvPr/>
        </p:nvSpPr>
        <p:spPr>
          <a:xfrm>
            <a:off x="1812141" y="1011913"/>
            <a:ext cx="1627757" cy="547183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E1D992AA-A0E5-5B34-CB12-7C1742EFDD43}"/>
              </a:ext>
            </a:extLst>
          </p:cNvPr>
          <p:cNvSpPr/>
          <p:nvPr/>
        </p:nvSpPr>
        <p:spPr>
          <a:xfrm>
            <a:off x="1784369" y="1035356"/>
            <a:ext cx="1371848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900" b="1" dirty="0">
                <a:solidFill>
                  <a:srgbClr val="1D9E75"/>
                </a:solidFill>
              </a:rPr>
              <a:t>Extension question</a:t>
            </a:r>
            <a:endParaRPr lang="en-US" altLang="zh-TW" sz="900" dirty="0">
              <a:solidFill>
                <a:srgbClr val="1D9E75"/>
              </a:solidFill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2BCB69DE-8921-0C4D-EFE1-EFB8F72CF631}"/>
              </a:ext>
            </a:extLst>
          </p:cNvPr>
          <p:cNvSpPr/>
          <p:nvPr/>
        </p:nvSpPr>
        <p:spPr>
          <a:xfrm>
            <a:off x="1875784" y="1182253"/>
            <a:ext cx="1451789" cy="35024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altLang="zh-TW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considering current alcohol use, does the association between sex and sad/hopeless feelings still remain?</a:t>
            </a:r>
            <a:endParaRPr lang="en-US" sz="700" dirty="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27238159-D0E5-2378-D596-CE3D77A00AE2}"/>
              </a:ext>
            </a:extLst>
          </p:cNvPr>
          <p:cNvSpPr/>
          <p:nvPr/>
        </p:nvSpPr>
        <p:spPr>
          <a:xfrm>
            <a:off x="3597204" y="1023284"/>
            <a:ext cx="2480838" cy="801399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77CC68A-E53E-0082-7576-6BA83C91FEF7}"/>
              </a:ext>
            </a:extLst>
          </p:cNvPr>
          <p:cNvSpPr/>
          <p:nvPr/>
        </p:nvSpPr>
        <p:spPr>
          <a:xfrm>
            <a:off x="3595561" y="730457"/>
            <a:ext cx="5072189" cy="210422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6821C190-B08B-8C35-7C71-684F14EFD259}"/>
              </a:ext>
            </a:extLst>
          </p:cNvPr>
          <p:cNvSpPr txBox="1"/>
          <p:nvPr/>
        </p:nvSpPr>
        <p:spPr>
          <a:xfrm>
            <a:off x="4833922" y="718096"/>
            <a:ext cx="25954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</a:p>
        </p:txBody>
      </p:sp>
      <p:sp>
        <p:nvSpPr>
          <p:cNvPr id="94" name="Shape 34">
            <a:extLst>
              <a:ext uri="{FF2B5EF4-FFF2-40B4-BE49-F238E27FC236}">
                <a16:creationId xmlns:a16="http://schemas.microsoft.com/office/drawing/2014/main" id="{73352A06-D80B-F222-20D9-96F8486DACD1}"/>
              </a:ext>
            </a:extLst>
          </p:cNvPr>
          <p:cNvSpPr/>
          <p:nvPr/>
        </p:nvSpPr>
        <p:spPr>
          <a:xfrm>
            <a:off x="3669820" y="1103410"/>
            <a:ext cx="1052833" cy="19224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95" name="Text 35">
            <a:extLst>
              <a:ext uri="{FF2B5EF4-FFF2-40B4-BE49-F238E27FC236}">
                <a16:creationId xmlns:a16="http://schemas.microsoft.com/office/drawing/2014/main" id="{01D8025F-C981-0D1D-8D7C-726DF4A822C4}"/>
              </a:ext>
            </a:extLst>
          </p:cNvPr>
          <p:cNvSpPr/>
          <p:nvPr/>
        </p:nvSpPr>
        <p:spPr>
          <a:xfrm>
            <a:off x="3701823" y="1153915"/>
            <a:ext cx="988825" cy="102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ANALYSIS</a:t>
            </a:r>
            <a:endParaRPr lang="en-US" sz="800" dirty="0"/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8D4748CB-C79B-65C5-D78F-68BA035C8508}"/>
              </a:ext>
            </a:extLst>
          </p:cNvPr>
          <p:cNvGrpSpPr/>
          <p:nvPr/>
        </p:nvGrpSpPr>
        <p:grpSpPr>
          <a:xfrm>
            <a:off x="3689290" y="1337067"/>
            <a:ext cx="201168" cy="201168"/>
            <a:chOff x="6528659" y="2055541"/>
            <a:chExt cx="201168" cy="201168"/>
          </a:xfrm>
        </p:grpSpPr>
        <p:sp>
          <p:nvSpPr>
            <p:cNvPr id="96" name="Shape 36">
              <a:extLst>
                <a:ext uri="{FF2B5EF4-FFF2-40B4-BE49-F238E27FC236}">
                  <a16:creationId xmlns:a16="http://schemas.microsoft.com/office/drawing/2014/main" id="{BC1D9259-49F1-59E1-314D-5A3FFB8DFCDC}"/>
                </a:ext>
              </a:extLst>
            </p:cNvPr>
            <p:cNvSpPr/>
            <p:nvPr/>
          </p:nvSpPr>
          <p:spPr>
            <a:xfrm>
              <a:off x="6551047" y="2080806"/>
              <a:ext cx="161478" cy="155448"/>
            </a:xfrm>
            <a:prstGeom prst="ellipse">
              <a:avLst/>
            </a:prstGeom>
            <a:solidFill>
              <a:srgbClr val="EEEDFE"/>
            </a:solidFill>
            <a:ln w="12700">
              <a:solidFill>
                <a:srgbClr val="EEEDFE"/>
              </a:solidFill>
              <a:prstDash val="solid"/>
            </a:ln>
          </p:spPr>
        </p:sp>
        <p:sp>
          <p:nvSpPr>
            <p:cNvPr id="97" name="Text 37">
              <a:extLst>
                <a:ext uri="{FF2B5EF4-FFF2-40B4-BE49-F238E27FC236}">
                  <a16:creationId xmlns:a16="http://schemas.microsoft.com/office/drawing/2014/main" id="{0C96FC51-13C5-2CE0-EB4E-7EDE74E7AC5C}"/>
                </a:ext>
              </a:extLst>
            </p:cNvPr>
            <p:cNvSpPr/>
            <p:nvPr/>
          </p:nvSpPr>
          <p:spPr>
            <a:xfrm>
              <a:off x="6528659" y="2055541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534AB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700" dirty="0"/>
            </a:p>
          </p:txBody>
        </p:sp>
      </p:grpSp>
      <p:sp>
        <p:nvSpPr>
          <p:cNvPr id="101" name="Text 41">
            <a:extLst>
              <a:ext uri="{FF2B5EF4-FFF2-40B4-BE49-F238E27FC236}">
                <a16:creationId xmlns:a16="http://schemas.microsoft.com/office/drawing/2014/main" id="{B3C5410C-8405-F9A4-6141-6A3E017DB2CE}"/>
              </a:ext>
            </a:extLst>
          </p:cNvPr>
          <p:cNvSpPr/>
          <p:nvPr/>
        </p:nvSpPr>
        <p:spPr>
          <a:xfrm>
            <a:off x="3851956" y="1326133"/>
            <a:ext cx="2459375" cy="241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— test for significant difference</a:t>
            </a:r>
            <a:endParaRPr lang="en-US" sz="700" dirty="0"/>
          </a:p>
        </p:txBody>
      </p:sp>
      <p:sp>
        <p:nvSpPr>
          <p:cNvPr id="107" name="Text 47">
            <a:extLst>
              <a:ext uri="{FF2B5EF4-FFF2-40B4-BE49-F238E27FC236}">
                <a16:creationId xmlns:a16="http://schemas.microsoft.com/office/drawing/2014/main" id="{CF11EF16-46F0-8F9C-99F2-EDC6CF36ADD5}"/>
              </a:ext>
            </a:extLst>
          </p:cNvPr>
          <p:cNvSpPr/>
          <p:nvPr/>
        </p:nvSpPr>
        <p:spPr>
          <a:xfrm>
            <a:off x="3857015" y="1532987"/>
            <a:ext cx="2480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zh-TW" sz="700" dirty="0">
                <a:solidFill>
                  <a:srgbClr val="5F5E5A"/>
                </a:solidFill>
                <a:latin typeface="Calibri" pitchFamily="34" charset="0"/>
                <a:cs typeface="Calibri" pitchFamily="34" charset="-120"/>
              </a:rPr>
              <a:t>Logistic regression</a:t>
            </a:r>
            <a:endParaRPr lang="en-US" sz="700" dirty="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63656E18-C353-C302-918A-E9097F78069B}"/>
              </a:ext>
            </a:extLst>
          </p:cNvPr>
          <p:cNvGrpSpPr/>
          <p:nvPr/>
        </p:nvGrpSpPr>
        <p:grpSpPr>
          <a:xfrm>
            <a:off x="3689290" y="1553894"/>
            <a:ext cx="201168" cy="201168"/>
            <a:chOff x="6528659" y="2055541"/>
            <a:chExt cx="201168" cy="201168"/>
          </a:xfrm>
        </p:grpSpPr>
        <p:sp>
          <p:nvSpPr>
            <p:cNvPr id="110" name="Shape 36">
              <a:extLst>
                <a:ext uri="{FF2B5EF4-FFF2-40B4-BE49-F238E27FC236}">
                  <a16:creationId xmlns:a16="http://schemas.microsoft.com/office/drawing/2014/main" id="{F65A95A4-1FFC-67BB-7DCC-EFC10AC398AB}"/>
                </a:ext>
              </a:extLst>
            </p:cNvPr>
            <p:cNvSpPr/>
            <p:nvPr/>
          </p:nvSpPr>
          <p:spPr>
            <a:xfrm>
              <a:off x="6551047" y="2080806"/>
              <a:ext cx="161478" cy="155448"/>
            </a:xfrm>
            <a:prstGeom prst="ellipse">
              <a:avLst/>
            </a:prstGeom>
            <a:solidFill>
              <a:srgbClr val="EEEDFE"/>
            </a:solidFill>
            <a:ln w="12700">
              <a:solidFill>
                <a:srgbClr val="EEEDFE"/>
              </a:solidFill>
              <a:prstDash val="solid"/>
            </a:ln>
          </p:spPr>
        </p:sp>
        <p:sp>
          <p:nvSpPr>
            <p:cNvPr id="111" name="Text 37">
              <a:extLst>
                <a:ext uri="{FF2B5EF4-FFF2-40B4-BE49-F238E27FC236}">
                  <a16:creationId xmlns:a16="http://schemas.microsoft.com/office/drawing/2014/main" id="{F86BD581-ED68-FD2B-1DA7-05FCE11A799E}"/>
                </a:ext>
              </a:extLst>
            </p:cNvPr>
            <p:cNvSpPr/>
            <p:nvPr/>
          </p:nvSpPr>
          <p:spPr>
            <a:xfrm>
              <a:off x="6528659" y="2055541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534AB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700" dirty="0"/>
            </a:p>
          </p:txBody>
        </p:sp>
      </p:grpSp>
      <p:sp>
        <p:nvSpPr>
          <p:cNvPr id="118" name="矩形 117">
            <a:extLst>
              <a:ext uri="{FF2B5EF4-FFF2-40B4-BE49-F238E27FC236}">
                <a16:creationId xmlns:a16="http://schemas.microsoft.com/office/drawing/2014/main" id="{53C6E568-6898-E969-0A69-DA260564348D}"/>
              </a:ext>
            </a:extLst>
          </p:cNvPr>
          <p:cNvSpPr/>
          <p:nvPr/>
        </p:nvSpPr>
        <p:spPr>
          <a:xfrm>
            <a:off x="86016" y="734818"/>
            <a:ext cx="3353882" cy="210637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833735A-65B6-D07B-6301-B1FA29496803}"/>
              </a:ext>
            </a:extLst>
          </p:cNvPr>
          <p:cNvSpPr/>
          <p:nvPr/>
        </p:nvSpPr>
        <p:spPr>
          <a:xfrm>
            <a:off x="77229" y="1686750"/>
            <a:ext cx="3353882" cy="210637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0E06146-01D5-816C-4E35-042D4AD0037D}"/>
              </a:ext>
            </a:extLst>
          </p:cNvPr>
          <p:cNvSpPr txBox="1"/>
          <p:nvPr/>
        </p:nvSpPr>
        <p:spPr>
          <a:xfrm>
            <a:off x="839770" y="167250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· Variables </a:t>
            </a:r>
            <a:endParaRPr lang="zh-TW" altLang="en-US" sz="1000" dirty="0"/>
          </a:p>
        </p:txBody>
      </p:sp>
      <p:sp>
        <p:nvSpPr>
          <p:cNvPr id="120" name="Shape 4">
            <a:extLst>
              <a:ext uri="{FF2B5EF4-FFF2-40B4-BE49-F238E27FC236}">
                <a16:creationId xmlns:a16="http://schemas.microsoft.com/office/drawing/2014/main" id="{CBFD60F3-1EAC-9732-AFE0-FE52176EDACE}"/>
              </a:ext>
            </a:extLst>
          </p:cNvPr>
          <p:cNvSpPr/>
          <p:nvPr/>
        </p:nvSpPr>
        <p:spPr>
          <a:xfrm>
            <a:off x="70084" y="1985493"/>
            <a:ext cx="1645395" cy="137120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2BC9A18-F128-C0EE-E701-BB539A9F1CE3}"/>
              </a:ext>
            </a:extLst>
          </p:cNvPr>
          <p:cNvSpPr/>
          <p:nvPr/>
        </p:nvSpPr>
        <p:spPr>
          <a:xfrm>
            <a:off x="49467" y="1999129"/>
            <a:ext cx="1580606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C049F78-E6FF-E49E-D367-BF145C673152}"/>
              </a:ext>
            </a:extLst>
          </p:cNvPr>
          <p:cNvSpPr/>
          <p:nvPr/>
        </p:nvSpPr>
        <p:spPr>
          <a:xfrm>
            <a:off x="49467" y="2167082"/>
            <a:ext cx="600892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2224BD2-33EF-8569-BC25-967118E45AD5}"/>
              </a:ext>
            </a:extLst>
          </p:cNvPr>
          <p:cNvSpPr/>
          <p:nvPr/>
        </p:nvSpPr>
        <p:spPr>
          <a:xfrm>
            <a:off x="439524" y="2167082"/>
            <a:ext cx="1190549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YRBS 2007</a:t>
            </a:r>
            <a:endParaRPr lang="en-US" sz="9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33DA02E-DBA7-A0EF-0A1A-C229A85E554A}"/>
              </a:ext>
            </a:extLst>
          </p:cNvPr>
          <p:cNvSpPr/>
          <p:nvPr/>
        </p:nvSpPr>
        <p:spPr>
          <a:xfrm>
            <a:off x="49467" y="2337888"/>
            <a:ext cx="1282026" cy="16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6E026B1-FCCA-65D2-473B-59FB1E607FD9}"/>
              </a:ext>
            </a:extLst>
          </p:cNvPr>
          <p:cNvSpPr/>
          <p:nvPr/>
        </p:nvSpPr>
        <p:spPr>
          <a:xfrm>
            <a:off x="424067" y="2328557"/>
            <a:ext cx="1190549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6,940</a:t>
            </a:r>
            <a:endParaRPr lang="en-US" sz="9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332AA72-7CCB-636F-B947-B430ED7BDE0B}"/>
              </a:ext>
            </a:extLst>
          </p:cNvPr>
          <p:cNvSpPr/>
          <p:nvPr/>
        </p:nvSpPr>
        <p:spPr>
          <a:xfrm>
            <a:off x="49467" y="2510463"/>
            <a:ext cx="749201" cy="166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684491D-EE8D-28B4-F8F5-5C50DB7BFB79}"/>
              </a:ext>
            </a:extLst>
          </p:cNvPr>
          <p:cNvSpPr/>
          <p:nvPr/>
        </p:nvSpPr>
        <p:spPr>
          <a:xfrm>
            <a:off x="424066" y="2512141"/>
            <a:ext cx="1190549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6,893</a:t>
            </a:r>
            <a:endParaRPr lang="en-US" sz="900" dirty="0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0ADE3F8E-2EA1-BB51-8D69-B37A42F129D4}"/>
              </a:ext>
            </a:extLst>
          </p:cNvPr>
          <p:cNvCxnSpPr>
            <a:cxnSpLocks/>
          </p:cNvCxnSpPr>
          <p:nvPr/>
        </p:nvCxnSpPr>
        <p:spPr>
          <a:xfrm>
            <a:off x="127844" y="2499359"/>
            <a:ext cx="138093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16">
            <a:extLst>
              <a:ext uri="{FF2B5EF4-FFF2-40B4-BE49-F238E27FC236}">
                <a16:creationId xmlns:a16="http://schemas.microsoft.com/office/drawing/2014/main" id="{BF6BE38D-C5F4-6DA3-DA9E-5A23B210F98E}"/>
              </a:ext>
            </a:extLst>
          </p:cNvPr>
          <p:cNvSpPr/>
          <p:nvPr/>
        </p:nvSpPr>
        <p:spPr>
          <a:xfrm>
            <a:off x="60365" y="2687184"/>
            <a:ext cx="158060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C62D0E75-D911-110E-617C-B754FD72FF0D}"/>
              </a:ext>
            </a:extLst>
          </p:cNvPr>
          <p:cNvSpPr/>
          <p:nvPr/>
        </p:nvSpPr>
        <p:spPr>
          <a:xfrm>
            <a:off x="919485" y="2692938"/>
            <a:ext cx="695131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13,833</a:t>
            </a:r>
            <a:endParaRPr lang="en-US" sz="900" dirty="0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75E58160-6EF6-5A38-A9EF-954BD80B95AC}"/>
              </a:ext>
            </a:extLst>
          </p:cNvPr>
          <p:cNvCxnSpPr>
            <a:cxnSpLocks/>
          </p:cNvCxnSpPr>
          <p:nvPr/>
        </p:nvCxnSpPr>
        <p:spPr>
          <a:xfrm>
            <a:off x="127844" y="2328557"/>
            <a:ext cx="138093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1966403D-868B-C3F0-E1A0-8A16491F03D9}"/>
              </a:ext>
            </a:extLst>
          </p:cNvPr>
          <p:cNvCxnSpPr>
            <a:cxnSpLocks/>
          </p:cNvCxnSpPr>
          <p:nvPr/>
        </p:nvCxnSpPr>
        <p:spPr>
          <a:xfrm>
            <a:off x="127843" y="2677014"/>
            <a:ext cx="138093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4FE59A4-4024-149C-F72F-2E287973A40D}"/>
              </a:ext>
            </a:extLst>
          </p:cNvPr>
          <p:cNvCxnSpPr>
            <a:cxnSpLocks/>
          </p:cNvCxnSpPr>
          <p:nvPr/>
        </p:nvCxnSpPr>
        <p:spPr>
          <a:xfrm>
            <a:off x="127844" y="2860920"/>
            <a:ext cx="138093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Shape 4">
            <a:extLst>
              <a:ext uri="{FF2B5EF4-FFF2-40B4-BE49-F238E27FC236}">
                <a16:creationId xmlns:a16="http://schemas.microsoft.com/office/drawing/2014/main" id="{C5E0A422-A91C-2B01-D1EF-15B9A883AF9F}"/>
              </a:ext>
            </a:extLst>
          </p:cNvPr>
          <p:cNvSpPr/>
          <p:nvPr/>
        </p:nvSpPr>
        <p:spPr>
          <a:xfrm>
            <a:off x="1804997" y="1985493"/>
            <a:ext cx="1626033" cy="137120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67B885B6-20D4-925C-D0C9-60C9337E4276}"/>
              </a:ext>
            </a:extLst>
          </p:cNvPr>
          <p:cNvSpPr/>
          <p:nvPr/>
        </p:nvSpPr>
        <p:spPr>
          <a:xfrm>
            <a:off x="1852148" y="2000297"/>
            <a:ext cx="1580606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900" b="1" kern="0" spc="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F28DE5D0-8679-B1CA-84C9-832967F65FAF}"/>
              </a:ext>
            </a:extLst>
          </p:cNvPr>
          <p:cNvSpPr/>
          <p:nvPr/>
        </p:nvSpPr>
        <p:spPr>
          <a:xfrm>
            <a:off x="1934660" y="2195375"/>
            <a:ext cx="45719" cy="387617"/>
          </a:xfrm>
          <a:prstGeom prst="rect">
            <a:avLst/>
          </a:prstGeom>
          <a:solidFill>
            <a:srgbClr val="706AC4"/>
          </a:solidFill>
          <a:ln w="12700">
            <a:solidFill>
              <a:srgbClr val="706AC4"/>
            </a:solidFill>
            <a:prstDash val="solid"/>
          </a:ln>
        </p:spPr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FDC83760-C158-2B3C-7A7F-9CD7E3D4FB59}"/>
              </a:ext>
            </a:extLst>
          </p:cNvPr>
          <p:cNvSpPr/>
          <p:nvPr/>
        </p:nvSpPr>
        <p:spPr>
          <a:xfrm>
            <a:off x="1934658" y="2582992"/>
            <a:ext cx="45719" cy="387617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361D62FE-89EA-F163-9496-8D8DD7250B8A}"/>
              </a:ext>
            </a:extLst>
          </p:cNvPr>
          <p:cNvSpPr/>
          <p:nvPr/>
        </p:nvSpPr>
        <p:spPr>
          <a:xfrm>
            <a:off x="1934659" y="2953524"/>
            <a:ext cx="45719" cy="34910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EA7217D1-CA68-62AD-1FB2-D39A683E79FC}"/>
              </a:ext>
            </a:extLst>
          </p:cNvPr>
          <p:cNvSpPr/>
          <p:nvPr/>
        </p:nvSpPr>
        <p:spPr>
          <a:xfrm>
            <a:off x="1987033" y="2179943"/>
            <a:ext cx="1266124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6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Group variable</a:t>
            </a:r>
            <a:endParaRPr lang="en-US" sz="900" dirty="0">
              <a:solidFill>
                <a:srgbClr val="706AC4"/>
              </a:solidFill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39885E6D-F48C-4D2C-4291-5531A5CD1C6B}"/>
              </a:ext>
            </a:extLst>
          </p:cNvPr>
          <p:cNvSpPr/>
          <p:nvPr/>
        </p:nvSpPr>
        <p:spPr>
          <a:xfrm>
            <a:off x="1984717" y="2319397"/>
            <a:ext cx="1049262" cy="16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WhatIsYourSex</a:t>
            </a:r>
            <a:endParaRPr lang="en-US" sz="600" i="1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72B50705-3F38-F6C5-FDD2-CFE208FC03F7}"/>
              </a:ext>
            </a:extLst>
          </p:cNvPr>
          <p:cNvSpPr/>
          <p:nvPr/>
        </p:nvSpPr>
        <p:spPr>
          <a:xfrm>
            <a:off x="1987033" y="2428657"/>
            <a:ext cx="1046946" cy="157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 /  Male</a:t>
            </a:r>
            <a:endParaRPr lang="en-US" sz="60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DB61E0A7-7B1A-402E-FAA3-DBCBE9CB14D1}"/>
              </a:ext>
            </a:extLst>
          </p:cNvPr>
          <p:cNvSpPr/>
          <p:nvPr/>
        </p:nvSpPr>
        <p:spPr>
          <a:xfrm>
            <a:off x="1984718" y="2562324"/>
            <a:ext cx="12661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Response variable</a:t>
            </a:r>
            <a:endParaRPr lang="en-US" sz="900" dirty="0"/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36C8F758-6BEC-0C7F-5563-7F9827E4FAAA}"/>
              </a:ext>
            </a:extLst>
          </p:cNvPr>
          <p:cNvSpPr/>
          <p:nvPr/>
        </p:nvSpPr>
        <p:spPr>
          <a:xfrm>
            <a:off x="1987033" y="2739020"/>
            <a:ext cx="801187" cy="11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SadOrHopeless</a:t>
            </a:r>
            <a:endParaRPr lang="en-US" sz="600" i="1" dirty="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D589B77C-9767-9745-7238-C10AD1E0204D}"/>
              </a:ext>
            </a:extLst>
          </p:cNvPr>
          <p:cNvSpPr/>
          <p:nvPr/>
        </p:nvSpPr>
        <p:spPr>
          <a:xfrm>
            <a:off x="1987034" y="2843347"/>
            <a:ext cx="1434398" cy="102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Yes  /  0 = No</a:t>
            </a:r>
            <a:endParaRPr lang="en-US" sz="600" dirty="0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73ED7C7C-3D12-829A-204F-5767BDFB8166}"/>
              </a:ext>
            </a:extLst>
          </p:cNvPr>
          <p:cNvSpPr/>
          <p:nvPr/>
        </p:nvSpPr>
        <p:spPr>
          <a:xfrm>
            <a:off x="1984512" y="2974770"/>
            <a:ext cx="1456512" cy="118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— Extension variable</a:t>
            </a:r>
            <a:endParaRPr lang="en-US" sz="900" dirty="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6F8146F2-10E3-1D5D-6AAB-9B5BC7549D8D}"/>
              </a:ext>
            </a:extLst>
          </p:cNvPr>
          <p:cNvSpPr/>
          <p:nvPr/>
        </p:nvSpPr>
        <p:spPr>
          <a:xfrm>
            <a:off x="1980377" y="3111534"/>
            <a:ext cx="777359" cy="102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CurrentAlcoholUse</a:t>
            </a:r>
            <a:endParaRPr lang="en-US" sz="600" i="1" dirty="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44FE4CEE-C052-8052-23A9-D1FF8F934104}"/>
              </a:ext>
            </a:extLst>
          </p:cNvPr>
          <p:cNvSpPr/>
          <p:nvPr/>
        </p:nvSpPr>
        <p:spPr>
          <a:xfrm>
            <a:off x="1987033" y="3211568"/>
            <a:ext cx="1448242" cy="10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Yes  /  0 = No  </a:t>
            </a:r>
            <a:endParaRPr lang="en-US" sz="6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D6258BF-C394-EF1F-2A9C-F1E35D9381FF}"/>
              </a:ext>
            </a:extLst>
          </p:cNvPr>
          <p:cNvSpPr txBox="1"/>
          <p:nvPr/>
        </p:nvSpPr>
        <p:spPr>
          <a:xfrm>
            <a:off x="944892" y="702261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zh-TW" altLang="en-US" sz="10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2" name="Shape 4">
            <a:extLst>
              <a:ext uri="{FF2B5EF4-FFF2-40B4-BE49-F238E27FC236}">
                <a16:creationId xmlns:a16="http://schemas.microsoft.com/office/drawing/2014/main" id="{03A09644-19D0-0CF6-CA5A-626BAB91E004}"/>
              </a:ext>
            </a:extLst>
          </p:cNvPr>
          <p:cNvSpPr/>
          <p:nvPr/>
        </p:nvSpPr>
        <p:spPr>
          <a:xfrm>
            <a:off x="6121953" y="1000796"/>
            <a:ext cx="2545798" cy="80685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63D83561-0E14-CB0F-3616-A6B1043DE843}"/>
              </a:ext>
            </a:extLst>
          </p:cNvPr>
          <p:cNvSpPr/>
          <p:nvPr/>
        </p:nvSpPr>
        <p:spPr>
          <a:xfrm>
            <a:off x="6362347" y="1297862"/>
            <a:ext cx="2500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zh-TW" sz="700" dirty="0">
                <a:solidFill>
                  <a:srgbClr val="5F5E5A"/>
                </a:solidFill>
                <a:latin typeface="Calibri" pitchFamily="34" charset="0"/>
                <a:cs typeface="Calibri" pitchFamily="34" charset="-120"/>
              </a:rPr>
              <a:t>Adjusted predicted probability</a:t>
            </a:r>
            <a:endParaRPr lang="en-US" altLang="zh-TW" sz="700" dirty="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6E29DFE6-E8CA-00AB-863D-710D18681D1D}"/>
              </a:ext>
            </a:extLst>
          </p:cNvPr>
          <p:cNvGrpSpPr/>
          <p:nvPr/>
        </p:nvGrpSpPr>
        <p:grpSpPr>
          <a:xfrm>
            <a:off x="6211679" y="1319632"/>
            <a:ext cx="201168" cy="201168"/>
            <a:chOff x="6528659" y="2055541"/>
            <a:chExt cx="201168" cy="201168"/>
          </a:xfrm>
        </p:grpSpPr>
        <p:sp>
          <p:nvSpPr>
            <p:cNvPr id="133" name="Shape 36">
              <a:extLst>
                <a:ext uri="{FF2B5EF4-FFF2-40B4-BE49-F238E27FC236}">
                  <a16:creationId xmlns:a16="http://schemas.microsoft.com/office/drawing/2014/main" id="{9031C155-EE9F-324E-64F3-2814DEA5849D}"/>
                </a:ext>
              </a:extLst>
            </p:cNvPr>
            <p:cNvSpPr/>
            <p:nvPr/>
          </p:nvSpPr>
          <p:spPr>
            <a:xfrm>
              <a:off x="6551047" y="2080806"/>
              <a:ext cx="161478" cy="155448"/>
            </a:xfrm>
            <a:prstGeom prst="ellipse">
              <a:avLst/>
            </a:prstGeom>
            <a:solidFill>
              <a:srgbClr val="E1F5EE"/>
            </a:solidFill>
            <a:ln w="12700">
              <a:solidFill>
                <a:srgbClr val="EEEDFE"/>
              </a:solidFill>
              <a:prstDash val="solid"/>
            </a:ln>
          </p:spPr>
        </p:sp>
        <p:sp>
          <p:nvSpPr>
            <p:cNvPr id="134" name="Text 37">
              <a:extLst>
                <a:ext uri="{FF2B5EF4-FFF2-40B4-BE49-F238E27FC236}">
                  <a16:creationId xmlns:a16="http://schemas.microsoft.com/office/drawing/2014/main" id="{4029EFA9-5808-FB7D-EA66-20A087E4834F}"/>
                </a:ext>
              </a:extLst>
            </p:cNvPr>
            <p:cNvSpPr/>
            <p:nvPr/>
          </p:nvSpPr>
          <p:spPr>
            <a:xfrm>
              <a:off x="6528659" y="2055541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D9E75"/>
                  </a:solidFill>
                </a:rPr>
                <a:t>3</a:t>
              </a:r>
            </a:p>
          </p:txBody>
        </p:sp>
      </p:grpSp>
      <p:sp>
        <p:nvSpPr>
          <p:cNvPr id="154" name="Shape 49">
            <a:extLst>
              <a:ext uri="{FF2B5EF4-FFF2-40B4-BE49-F238E27FC236}">
                <a16:creationId xmlns:a16="http://schemas.microsoft.com/office/drawing/2014/main" id="{6B6BB391-7954-8445-5994-7F7279E74344}"/>
              </a:ext>
            </a:extLst>
          </p:cNvPr>
          <p:cNvSpPr/>
          <p:nvPr/>
        </p:nvSpPr>
        <p:spPr>
          <a:xfrm>
            <a:off x="6194597" y="1054152"/>
            <a:ext cx="1074754" cy="198881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55" name="Text 50">
            <a:extLst>
              <a:ext uri="{FF2B5EF4-FFF2-40B4-BE49-F238E27FC236}">
                <a16:creationId xmlns:a16="http://schemas.microsoft.com/office/drawing/2014/main" id="{2FB17BCE-F86F-4F84-CDBE-57A62612211B}"/>
              </a:ext>
            </a:extLst>
          </p:cNvPr>
          <p:cNvSpPr/>
          <p:nvPr/>
        </p:nvSpPr>
        <p:spPr>
          <a:xfrm>
            <a:off x="6179275" y="1067625"/>
            <a:ext cx="1080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800" dirty="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C8C0BB8D-B4E6-2583-B637-4A8F18108935}"/>
              </a:ext>
            </a:extLst>
          </p:cNvPr>
          <p:cNvSpPr/>
          <p:nvPr/>
        </p:nvSpPr>
        <p:spPr>
          <a:xfrm>
            <a:off x="3597204" y="1904809"/>
            <a:ext cx="5070547" cy="199907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74E35CB7-8238-79AD-4E23-5EBCE0008404}"/>
              </a:ext>
            </a:extLst>
          </p:cNvPr>
          <p:cNvSpPr txBox="1"/>
          <p:nvPr/>
        </p:nvSpPr>
        <p:spPr>
          <a:xfrm>
            <a:off x="4780309" y="1889613"/>
            <a:ext cx="25954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 — Two-Proportion Z-Test </a:t>
            </a:r>
            <a:endParaRPr lang="zh-TW" altLang="en-US" sz="1000" dirty="0"/>
          </a:p>
        </p:txBody>
      </p:sp>
      <p:sp>
        <p:nvSpPr>
          <p:cNvPr id="161" name="Shape 4">
            <a:extLst>
              <a:ext uri="{FF2B5EF4-FFF2-40B4-BE49-F238E27FC236}">
                <a16:creationId xmlns:a16="http://schemas.microsoft.com/office/drawing/2014/main" id="{8279F0FB-C0CF-5A94-9498-95ACCFCF9253}"/>
              </a:ext>
            </a:extLst>
          </p:cNvPr>
          <p:cNvSpPr/>
          <p:nvPr/>
        </p:nvSpPr>
        <p:spPr>
          <a:xfrm>
            <a:off x="3626960" y="2209281"/>
            <a:ext cx="940942" cy="1123049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62" name="Text 5">
            <a:extLst>
              <a:ext uri="{FF2B5EF4-FFF2-40B4-BE49-F238E27FC236}">
                <a16:creationId xmlns:a16="http://schemas.microsoft.com/office/drawing/2014/main" id="{B06F85B2-4041-A629-E32A-95726351E151}"/>
              </a:ext>
            </a:extLst>
          </p:cNvPr>
          <p:cNvSpPr/>
          <p:nvPr/>
        </p:nvSpPr>
        <p:spPr>
          <a:xfrm>
            <a:off x="3635747" y="2338955"/>
            <a:ext cx="919786" cy="480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</a:t>
            </a:r>
            <a:endParaRPr lang="en-US" dirty="0"/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E9ACF5E6-126A-074A-351D-BA774390BE38}"/>
              </a:ext>
            </a:extLst>
          </p:cNvPr>
          <p:cNvSpPr/>
          <p:nvPr/>
        </p:nvSpPr>
        <p:spPr>
          <a:xfrm>
            <a:off x="3574756" y="2776196"/>
            <a:ext cx="1015961" cy="192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proportion</a:t>
            </a:r>
            <a:endParaRPr lang="en-US" sz="700" dirty="0"/>
          </a:p>
        </p:txBody>
      </p:sp>
      <p:sp>
        <p:nvSpPr>
          <p:cNvPr id="164" name="Text 7">
            <a:extLst>
              <a:ext uri="{FF2B5EF4-FFF2-40B4-BE49-F238E27FC236}">
                <a16:creationId xmlns:a16="http://schemas.microsoft.com/office/drawing/2014/main" id="{C9F82FD0-2D22-4CC5-8731-351FBC5A7770}"/>
              </a:ext>
            </a:extLst>
          </p:cNvPr>
          <p:cNvSpPr/>
          <p:nvPr/>
        </p:nvSpPr>
        <p:spPr>
          <a:xfrm>
            <a:off x="3574756" y="2921282"/>
            <a:ext cx="100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6,940</a:t>
            </a:r>
            <a:endParaRPr lang="en-US" sz="700" dirty="0"/>
          </a:p>
        </p:txBody>
      </p:sp>
      <p:sp>
        <p:nvSpPr>
          <p:cNvPr id="180" name="Shape 8">
            <a:extLst>
              <a:ext uri="{FF2B5EF4-FFF2-40B4-BE49-F238E27FC236}">
                <a16:creationId xmlns:a16="http://schemas.microsoft.com/office/drawing/2014/main" id="{F6DC7747-25DD-9BFB-94A0-B7DFB0994654}"/>
              </a:ext>
            </a:extLst>
          </p:cNvPr>
          <p:cNvSpPr/>
          <p:nvPr/>
        </p:nvSpPr>
        <p:spPr>
          <a:xfrm>
            <a:off x="4614692" y="2202336"/>
            <a:ext cx="940942" cy="1137651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81" name="Shape 12">
            <a:extLst>
              <a:ext uri="{FF2B5EF4-FFF2-40B4-BE49-F238E27FC236}">
                <a16:creationId xmlns:a16="http://schemas.microsoft.com/office/drawing/2014/main" id="{9E7DFBF8-8980-8271-805D-D8FB95097852}"/>
              </a:ext>
            </a:extLst>
          </p:cNvPr>
          <p:cNvSpPr/>
          <p:nvPr/>
        </p:nvSpPr>
        <p:spPr>
          <a:xfrm>
            <a:off x="7602854" y="2222540"/>
            <a:ext cx="1056193" cy="1134855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82" name="Shape 16">
            <a:extLst>
              <a:ext uri="{FF2B5EF4-FFF2-40B4-BE49-F238E27FC236}">
                <a16:creationId xmlns:a16="http://schemas.microsoft.com/office/drawing/2014/main" id="{65AF13DD-EF86-7279-4C10-AEC79CC9B7A2}"/>
              </a:ext>
            </a:extLst>
          </p:cNvPr>
          <p:cNvSpPr/>
          <p:nvPr/>
        </p:nvSpPr>
        <p:spPr>
          <a:xfrm>
            <a:off x="6592860" y="2215018"/>
            <a:ext cx="948751" cy="1137015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3" name="Shape 19">
            <a:extLst>
              <a:ext uri="{FF2B5EF4-FFF2-40B4-BE49-F238E27FC236}">
                <a16:creationId xmlns:a16="http://schemas.microsoft.com/office/drawing/2014/main" id="{BFE45FC5-1A64-986E-A9EE-FBFB56739CA3}"/>
              </a:ext>
            </a:extLst>
          </p:cNvPr>
          <p:cNvSpPr/>
          <p:nvPr/>
        </p:nvSpPr>
        <p:spPr>
          <a:xfrm>
            <a:off x="5601450" y="2204953"/>
            <a:ext cx="940942" cy="1135033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66" name="Text 9">
            <a:extLst>
              <a:ext uri="{FF2B5EF4-FFF2-40B4-BE49-F238E27FC236}">
                <a16:creationId xmlns:a16="http://schemas.microsoft.com/office/drawing/2014/main" id="{6B443CE3-9FB1-7A9F-A6D4-DDC345957098}"/>
              </a:ext>
            </a:extLst>
          </p:cNvPr>
          <p:cNvSpPr/>
          <p:nvPr/>
        </p:nvSpPr>
        <p:spPr>
          <a:xfrm>
            <a:off x="4614692" y="2335602"/>
            <a:ext cx="1004864" cy="501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dirty="0"/>
          </a:p>
        </p:txBody>
      </p:sp>
      <p:sp>
        <p:nvSpPr>
          <p:cNvPr id="167" name="Text 10">
            <a:extLst>
              <a:ext uri="{FF2B5EF4-FFF2-40B4-BE49-F238E27FC236}">
                <a16:creationId xmlns:a16="http://schemas.microsoft.com/office/drawing/2014/main" id="{9F40542C-D289-C152-3054-36F56D796D44}"/>
              </a:ext>
            </a:extLst>
          </p:cNvPr>
          <p:cNvSpPr/>
          <p:nvPr/>
        </p:nvSpPr>
        <p:spPr>
          <a:xfrm>
            <a:off x="4594590" y="2792302"/>
            <a:ext cx="1049994" cy="14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proportion</a:t>
            </a:r>
            <a:endParaRPr lang="en-US" sz="700" dirty="0"/>
          </a:p>
        </p:txBody>
      </p:sp>
      <p:sp>
        <p:nvSpPr>
          <p:cNvPr id="168" name="Text 11">
            <a:extLst>
              <a:ext uri="{FF2B5EF4-FFF2-40B4-BE49-F238E27FC236}">
                <a16:creationId xmlns:a16="http://schemas.microsoft.com/office/drawing/2014/main" id="{2ADE5262-65F1-4B96-8000-4D7AC8853EA0}"/>
              </a:ext>
            </a:extLst>
          </p:cNvPr>
          <p:cNvSpPr/>
          <p:nvPr/>
        </p:nvSpPr>
        <p:spPr>
          <a:xfrm>
            <a:off x="4637497" y="2929671"/>
            <a:ext cx="959253" cy="188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6,893</a:t>
            </a:r>
            <a:endParaRPr lang="en-US" sz="700" dirty="0"/>
          </a:p>
        </p:txBody>
      </p:sp>
      <p:sp>
        <p:nvSpPr>
          <p:cNvPr id="170" name="Text 13">
            <a:extLst>
              <a:ext uri="{FF2B5EF4-FFF2-40B4-BE49-F238E27FC236}">
                <a16:creationId xmlns:a16="http://schemas.microsoft.com/office/drawing/2014/main" id="{5BD135EE-32C0-6CB1-E66F-8D775984BA00}"/>
              </a:ext>
            </a:extLst>
          </p:cNvPr>
          <p:cNvSpPr/>
          <p:nvPr/>
        </p:nvSpPr>
        <p:spPr>
          <a:xfrm>
            <a:off x="7631652" y="2288208"/>
            <a:ext cx="1007351" cy="560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 pp</a:t>
            </a:r>
            <a:endParaRPr lang="en-US" dirty="0"/>
          </a:p>
        </p:txBody>
      </p:sp>
      <p:sp>
        <p:nvSpPr>
          <p:cNvPr id="171" name="Text 14">
            <a:extLst>
              <a:ext uri="{FF2B5EF4-FFF2-40B4-BE49-F238E27FC236}">
                <a16:creationId xmlns:a16="http://schemas.microsoft.com/office/drawing/2014/main" id="{7E7E8243-089E-BADC-1F61-BA3560564037}"/>
              </a:ext>
            </a:extLst>
          </p:cNvPr>
          <p:cNvSpPr/>
          <p:nvPr/>
        </p:nvSpPr>
        <p:spPr>
          <a:xfrm>
            <a:off x="7634434" y="2823020"/>
            <a:ext cx="948991" cy="14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700" dirty="0"/>
          </a:p>
        </p:txBody>
      </p:sp>
      <p:sp>
        <p:nvSpPr>
          <p:cNvPr id="172" name="Text 15">
            <a:extLst>
              <a:ext uri="{FF2B5EF4-FFF2-40B4-BE49-F238E27FC236}">
                <a16:creationId xmlns:a16="http://schemas.microsoft.com/office/drawing/2014/main" id="{5595B333-ADF8-1DD7-FCE1-2457144F5072}"/>
              </a:ext>
            </a:extLst>
          </p:cNvPr>
          <p:cNvSpPr/>
          <p:nvPr/>
        </p:nvSpPr>
        <p:spPr>
          <a:xfrm>
            <a:off x="7491216" y="2947916"/>
            <a:ext cx="1284788" cy="181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− Male</a:t>
            </a:r>
            <a:endParaRPr lang="en-US" sz="700" dirty="0"/>
          </a:p>
        </p:txBody>
      </p:sp>
      <p:sp>
        <p:nvSpPr>
          <p:cNvPr id="174" name="Text 17">
            <a:extLst>
              <a:ext uri="{FF2B5EF4-FFF2-40B4-BE49-F238E27FC236}">
                <a16:creationId xmlns:a16="http://schemas.microsoft.com/office/drawing/2014/main" id="{279498DD-92BE-5A95-A702-D6F96D979F67}"/>
              </a:ext>
            </a:extLst>
          </p:cNvPr>
          <p:cNvSpPr/>
          <p:nvPr/>
        </p:nvSpPr>
        <p:spPr>
          <a:xfrm>
            <a:off x="5593875" y="2369181"/>
            <a:ext cx="1004864" cy="436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18.54</a:t>
            </a:r>
            <a:endParaRPr lang="en-US" dirty="0"/>
          </a:p>
        </p:txBody>
      </p:sp>
      <p:sp>
        <p:nvSpPr>
          <p:cNvPr id="175" name="Text 18">
            <a:extLst>
              <a:ext uri="{FF2B5EF4-FFF2-40B4-BE49-F238E27FC236}">
                <a16:creationId xmlns:a16="http://schemas.microsoft.com/office/drawing/2014/main" id="{A5F0EB46-2CDA-BE54-D7A2-371DEEF2D4E5}"/>
              </a:ext>
            </a:extLst>
          </p:cNvPr>
          <p:cNvSpPr/>
          <p:nvPr/>
        </p:nvSpPr>
        <p:spPr>
          <a:xfrm>
            <a:off x="5626478" y="2819180"/>
            <a:ext cx="98476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Z-statistic</a:t>
            </a:r>
            <a:endParaRPr lang="en-US" sz="700" dirty="0"/>
          </a:p>
        </p:txBody>
      </p:sp>
      <p:sp>
        <p:nvSpPr>
          <p:cNvPr id="177" name="Text 20">
            <a:extLst>
              <a:ext uri="{FF2B5EF4-FFF2-40B4-BE49-F238E27FC236}">
                <a16:creationId xmlns:a16="http://schemas.microsoft.com/office/drawing/2014/main" id="{38746C9C-767B-A326-AFDA-FBFF61BB53C9}"/>
              </a:ext>
            </a:extLst>
          </p:cNvPr>
          <p:cNvSpPr/>
          <p:nvPr/>
        </p:nvSpPr>
        <p:spPr>
          <a:xfrm>
            <a:off x="6542392" y="2358866"/>
            <a:ext cx="1026415" cy="464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dirty="0"/>
          </a:p>
        </p:txBody>
      </p:sp>
      <p:sp>
        <p:nvSpPr>
          <p:cNvPr id="178" name="Text 21">
            <a:extLst>
              <a:ext uri="{FF2B5EF4-FFF2-40B4-BE49-F238E27FC236}">
                <a16:creationId xmlns:a16="http://schemas.microsoft.com/office/drawing/2014/main" id="{438EB755-14D3-C380-993D-E83D29B64882}"/>
              </a:ext>
            </a:extLst>
          </p:cNvPr>
          <p:cNvSpPr/>
          <p:nvPr/>
        </p:nvSpPr>
        <p:spPr>
          <a:xfrm>
            <a:off x="6702146" y="2789968"/>
            <a:ext cx="745289" cy="210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700" dirty="0"/>
          </a:p>
        </p:txBody>
      </p:sp>
      <p:sp>
        <p:nvSpPr>
          <p:cNvPr id="179" name="Text 22">
            <a:extLst>
              <a:ext uri="{FF2B5EF4-FFF2-40B4-BE49-F238E27FC236}">
                <a16:creationId xmlns:a16="http://schemas.microsoft.com/office/drawing/2014/main" id="{2D9ECBE7-8453-E359-9CCD-9CAFC5F12468}"/>
              </a:ext>
            </a:extLst>
          </p:cNvPr>
          <p:cNvSpPr/>
          <p:nvPr/>
        </p:nvSpPr>
        <p:spPr>
          <a:xfrm>
            <a:off x="6654625" y="2944229"/>
            <a:ext cx="840331" cy="18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700" dirty="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86C6A46-4F4E-6F27-D298-D5D3C82A7684}"/>
              </a:ext>
            </a:extLst>
          </p:cNvPr>
          <p:cNvSpPr/>
          <p:nvPr/>
        </p:nvSpPr>
        <p:spPr>
          <a:xfrm>
            <a:off x="8776004" y="718096"/>
            <a:ext cx="3305678" cy="230386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Text 61">
            <a:extLst>
              <a:ext uri="{FF2B5EF4-FFF2-40B4-BE49-F238E27FC236}">
                <a16:creationId xmlns:a16="http://schemas.microsoft.com/office/drawing/2014/main" id="{D6318519-6A37-D88E-95BA-02DF6F66C728}"/>
              </a:ext>
            </a:extLst>
          </p:cNvPr>
          <p:cNvSpPr/>
          <p:nvPr/>
        </p:nvSpPr>
        <p:spPr>
          <a:xfrm>
            <a:off x="9731581" y="711055"/>
            <a:ext cx="1627757" cy="24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</a:p>
        </p:txBody>
      </p:sp>
      <p:sp>
        <p:nvSpPr>
          <p:cNvPr id="190" name="Shape 4">
            <a:extLst>
              <a:ext uri="{FF2B5EF4-FFF2-40B4-BE49-F238E27FC236}">
                <a16:creationId xmlns:a16="http://schemas.microsoft.com/office/drawing/2014/main" id="{FAED5736-A5E1-16F1-5CC4-4243334DA1EC}"/>
              </a:ext>
            </a:extLst>
          </p:cNvPr>
          <p:cNvSpPr/>
          <p:nvPr/>
        </p:nvSpPr>
        <p:spPr>
          <a:xfrm>
            <a:off x="8777168" y="1005062"/>
            <a:ext cx="3304514" cy="48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7" name="Text 62">
            <a:extLst>
              <a:ext uri="{FF2B5EF4-FFF2-40B4-BE49-F238E27FC236}">
                <a16:creationId xmlns:a16="http://schemas.microsoft.com/office/drawing/2014/main" id="{00A8CD91-5843-07FF-F135-299C18EFFC7A}"/>
              </a:ext>
            </a:extLst>
          </p:cNvPr>
          <p:cNvSpPr/>
          <p:nvPr/>
        </p:nvSpPr>
        <p:spPr>
          <a:xfrm>
            <a:off x="8915419" y="1038353"/>
            <a:ext cx="1501875" cy="43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</a:rPr>
              <a:t>H₀: </a:t>
            </a:r>
            <a:r>
              <a:rPr lang="en-US" sz="900" dirty="0">
                <a:solidFill>
                  <a:srgbClr val="5F5E5A"/>
                </a:solidFill>
              </a:rPr>
              <a:t>pFemale = </a:t>
            </a:r>
            <a:r>
              <a:rPr lang="en-US" sz="900" dirty="0" err="1">
                <a:solidFill>
                  <a:srgbClr val="5F5E5A"/>
                </a:solidFill>
              </a:rPr>
              <a:t>pMale</a:t>
            </a:r>
            <a:r>
              <a:rPr lang="en-US" sz="900" dirty="0">
                <a:solidFill>
                  <a:srgbClr val="5F5E5A"/>
                </a:solidFill>
              </a:rPr>
              <a:t>  </a:t>
            </a:r>
            <a:r>
              <a:rPr lang="en-US" sz="900" i="1" dirty="0">
                <a:solidFill>
                  <a:srgbClr val="5F5E5A"/>
                </a:solidFill>
              </a:rPr>
              <a:t>  </a:t>
            </a:r>
          </a:p>
          <a:p>
            <a:pPr marL="0" indent="0">
              <a:buNone/>
            </a:pPr>
            <a:r>
              <a:rPr lang="zh-TW" altLang="en-US" sz="900" i="1" dirty="0">
                <a:solidFill>
                  <a:srgbClr val="5F5E5A"/>
                </a:solidFill>
              </a:rPr>
              <a:t>     </a:t>
            </a:r>
            <a:r>
              <a:rPr lang="zh-TW" altLang="en-US" sz="700" i="1" dirty="0">
                <a:solidFill>
                  <a:srgbClr val="5F5E5A"/>
                </a:solidFill>
              </a:rPr>
              <a:t>    </a:t>
            </a:r>
            <a:r>
              <a:rPr lang="en-US" sz="700" i="1" dirty="0">
                <a:solidFill>
                  <a:srgbClr val="5F5E5A"/>
                </a:solidFill>
              </a:rPr>
              <a:t>No difference in proportions</a:t>
            </a:r>
            <a:endParaRPr lang="en-US" sz="700" dirty="0"/>
          </a:p>
        </p:txBody>
      </p:sp>
      <p:sp>
        <p:nvSpPr>
          <p:cNvPr id="188" name="Text 63">
            <a:extLst>
              <a:ext uri="{FF2B5EF4-FFF2-40B4-BE49-F238E27FC236}">
                <a16:creationId xmlns:a16="http://schemas.microsoft.com/office/drawing/2014/main" id="{9EE680F5-9501-C762-AE7C-1FAD86BACDCC}"/>
              </a:ext>
            </a:extLst>
          </p:cNvPr>
          <p:cNvSpPr/>
          <p:nvPr/>
        </p:nvSpPr>
        <p:spPr>
          <a:xfrm>
            <a:off x="10446991" y="1057983"/>
            <a:ext cx="1577343" cy="377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</a:rPr>
              <a:t>H₁: </a:t>
            </a:r>
            <a:r>
              <a:rPr lang="en-US" sz="900" dirty="0">
                <a:solidFill>
                  <a:srgbClr val="5F5E5A"/>
                </a:solidFill>
              </a:rPr>
              <a:t>pFemale ≠ </a:t>
            </a:r>
            <a:r>
              <a:rPr lang="en-US" sz="900" dirty="0" err="1">
                <a:solidFill>
                  <a:srgbClr val="5F5E5A"/>
                </a:solidFill>
              </a:rPr>
              <a:t>pMale</a:t>
            </a:r>
            <a:r>
              <a:rPr lang="en-US" sz="900" dirty="0">
                <a:solidFill>
                  <a:srgbClr val="5F5E5A"/>
                </a:solidFill>
              </a:rPr>
              <a:t>  </a:t>
            </a:r>
            <a:r>
              <a:rPr lang="en-US" sz="900" i="1" dirty="0">
                <a:solidFill>
                  <a:srgbClr val="5F5E5A"/>
                </a:solidFill>
              </a:rPr>
              <a:t>  </a:t>
            </a:r>
          </a:p>
          <a:p>
            <a:pPr marL="0" indent="0">
              <a:buNone/>
            </a:pPr>
            <a:r>
              <a:rPr lang="zh-TW" altLang="en-US" sz="1050" i="1" dirty="0">
                <a:solidFill>
                  <a:srgbClr val="5F5E5A"/>
                </a:solidFill>
              </a:rPr>
              <a:t>       </a:t>
            </a:r>
            <a:r>
              <a:rPr lang="en-US" sz="700" i="1" dirty="0">
                <a:solidFill>
                  <a:srgbClr val="5F5E5A"/>
                </a:solidFill>
              </a:rPr>
              <a:t>A difference exists (two-sided)</a:t>
            </a:r>
            <a:endParaRPr lang="en-US" sz="700" dirty="0"/>
          </a:p>
        </p:txBody>
      </p:sp>
      <p:sp>
        <p:nvSpPr>
          <p:cNvPr id="230" name="Shape 4">
            <a:extLst>
              <a:ext uri="{FF2B5EF4-FFF2-40B4-BE49-F238E27FC236}">
                <a16:creationId xmlns:a16="http://schemas.microsoft.com/office/drawing/2014/main" id="{0D87D2EA-C2A2-73F5-E6D1-522710D3573A}"/>
              </a:ext>
            </a:extLst>
          </p:cNvPr>
          <p:cNvSpPr/>
          <p:nvPr/>
        </p:nvSpPr>
        <p:spPr>
          <a:xfrm>
            <a:off x="86016" y="3769753"/>
            <a:ext cx="2746263" cy="1401497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grpSp>
        <p:nvGrpSpPr>
          <p:cNvPr id="233" name="群組 232">
            <a:extLst>
              <a:ext uri="{FF2B5EF4-FFF2-40B4-BE49-F238E27FC236}">
                <a16:creationId xmlns:a16="http://schemas.microsoft.com/office/drawing/2014/main" id="{C71307FA-A2BE-0649-BD57-2B0BB58D5D2A}"/>
              </a:ext>
            </a:extLst>
          </p:cNvPr>
          <p:cNvGrpSpPr/>
          <p:nvPr/>
        </p:nvGrpSpPr>
        <p:grpSpPr>
          <a:xfrm>
            <a:off x="2917669" y="3771762"/>
            <a:ext cx="2332248" cy="1399488"/>
            <a:chOff x="280899" y="4329971"/>
            <a:chExt cx="2702245" cy="1702511"/>
          </a:xfrm>
        </p:grpSpPr>
        <p:sp>
          <p:nvSpPr>
            <p:cNvPr id="229" name="Shape 4">
              <a:extLst>
                <a:ext uri="{FF2B5EF4-FFF2-40B4-BE49-F238E27FC236}">
                  <a16:creationId xmlns:a16="http://schemas.microsoft.com/office/drawing/2014/main" id="{CC3E2986-3615-79C0-A47B-290B2773A686}"/>
                </a:ext>
              </a:extLst>
            </p:cNvPr>
            <p:cNvSpPr/>
            <p:nvPr/>
          </p:nvSpPr>
          <p:spPr>
            <a:xfrm>
              <a:off x="280899" y="4329971"/>
              <a:ext cx="2702245" cy="170251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3D1C7"/>
              </a:solidFill>
              <a:prstDash val="solid"/>
            </a:ln>
          </p:spPr>
        </p:sp>
        <p:pic>
          <p:nvPicPr>
            <p:cNvPr id="231" name="圖片 230">
              <a:extLst>
                <a:ext uri="{FF2B5EF4-FFF2-40B4-BE49-F238E27FC236}">
                  <a16:creationId xmlns:a16="http://schemas.microsoft.com/office/drawing/2014/main" id="{C01E9B98-2C8C-4A3A-D848-D42A55092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014" y="4404535"/>
              <a:ext cx="2565008" cy="1590954"/>
            </a:xfrm>
            <a:prstGeom prst="rect">
              <a:avLst/>
            </a:prstGeom>
          </p:spPr>
        </p:pic>
      </p:grpSp>
      <p:sp>
        <p:nvSpPr>
          <p:cNvPr id="232" name="矩形 231">
            <a:extLst>
              <a:ext uri="{FF2B5EF4-FFF2-40B4-BE49-F238E27FC236}">
                <a16:creationId xmlns:a16="http://schemas.microsoft.com/office/drawing/2014/main" id="{AE9226A8-81BD-5DDD-0C31-AD95BA9834EF}"/>
              </a:ext>
            </a:extLst>
          </p:cNvPr>
          <p:cNvSpPr/>
          <p:nvPr/>
        </p:nvSpPr>
        <p:spPr>
          <a:xfrm>
            <a:off x="73531" y="3463315"/>
            <a:ext cx="2758748" cy="226069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4" name="圖片 233">
            <a:extLst>
              <a:ext uri="{FF2B5EF4-FFF2-40B4-BE49-F238E27FC236}">
                <a16:creationId xmlns:a16="http://schemas.microsoft.com/office/drawing/2014/main" id="{1826A236-B4C2-B596-E30A-94F438AD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9" t="4704" r="4182" b="6955"/>
          <a:stretch>
            <a:fillRect/>
          </a:stretch>
        </p:blipFill>
        <p:spPr>
          <a:xfrm>
            <a:off x="179392" y="3850197"/>
            <a:ext cx="2524841" cy="1272331"/>
          </a:xfrm>
          <a:prstGeom prst="rect">
            <a:avLst/>
          </a:prstGeom>
        </p:spPr>
      </p:pic>
      <p:sp>
        <p:nvSpPr>
          <p:cNvPr id="235" name="文字方塊 234">
            <a:extLst>
              <a:ext uri="{FF2B5EF4-FFF2-40B4-BE49-F238E27FC236}">
                <a16:creationId xmlns:a16="http://schemas.microsoft.com/office/drawing/2014/main" id="{241497C7-700A-9499-A3A9-D7D7914948DA}"/>
              </a:ext>
            </a:extLst>
          </p:cNvPr>
          <p:cNvSpPr txBox="1"/>
          <p:nvPr/>
        </p:nvSpPr>
        <p:spPr>
          <a:xfrm>
            <a:off x="509762" y="3447505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</a:p>
        </p:txBody>
      </p:sp>
      <p:pic>
        <p:nvPicPr>
          <p:cNvPr id="263" name="圖片 262">
            <a:extLst>
              <a:ext uri="{FF2B5EF4-FFF2-40B4-BE49-F238E27FC236}">
                <a16:creationId xmlns:a16="http://schemas.microsoft.com/office/drawing/2014/main" id="{E553BD52-C5A6-FFD8-E131-7F5DE341D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577" y="5363060"/>
            <a:ext cx="2606923" cy="1285335"/>
          </a:xfrm>
          <a:prstGeom prst="rect">
            <a:avLst/>
          </a:prstGeom>
        </p:spPr>
      </p:pic>
      <p:sp>
        <p:nvSpPr>
          <p:cNvPr id="265" name="Shape 4">
            <a:extLst>
              <a:ext uri="{FF2B5EF4-FFF2-40B4-BE49-F238E27FC236}">
                <a16:creationId xmlns:a16="http://schemas.microsoft.com/office/drawing/2014/main" id="{88605BF9-F86A-BB36-A456-37DFD6EB6923}"/>
              </a:ext>
            </a:extLst>
          </p:cNvPr>
          <p:cNvSpPr/>
          <p:nvPr/>
        </p:nvSpPr>
        <p:spPr>
          <a:xfrm>
            <a:off x="77229" y="5262020"/>
            <a:ext cx="2332248" cy="1486345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pic>
        <p:nvPicPr>
          <p:cNvPr id="266" name="圖片 265">
            <a:extLst>
              <a:ext uri="{FF2B5EF4-FFF2-40B4-BE49-F238E27FC236}">
                <a16:creationId xmlns:a16="http://schemas.microsoft.com/office/drawing/2014/main" id="{83686C5F-1617-741A-29E2-C9F09C059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53" y="5333519"/>
            <a:ext cx="2109314" cy="1308309"/>
          </a:xfrm>
          <a:prstGeom prst="rect">
            <a:avLst/>
          </a:prstGeom>
        </p:spPr>
      </p:pic>
      <p:sp>
        <p:nvSpPr>
          <p:cNvPr id="267" name="Shape 101">
            <a:extLst>
              <a:ext uri="{FF2B5EF4-FFF2-40B4-BE49-F238E27FC236}">
                <a16:creationId xmlns:a16="http://schemas.microsoft.com/office/drawing/2014/main" id="{52103CCC-4284-0614-2842-1DD21B91E62D}"/>
              </a:ext>
            </a:extLst>
          </p:cNvPr>
          <p:cNvSpPr/>
          <p:nvPr/>
        </p:nvSpPr>
        <p:spPr>
          <a:xfrm>
            <a:off x="5359140" y="3500606"/>
            <a:ext cx="3906160" cy="217438"/>
          </a:xfrm>
          <a:prstGeom prst="rect">
            <a:avLst/>
          </a:prstGeom>
          <a:solidFill>
            <a:srgbClr val="1E1A4A"/>
          </a:solidFill>
          <a:ln w="12700">
            <a:solidFill>
              <a:srgbClr val="1E1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9" name="Shape 103">
            <a:extLst>
              <a:ext uri="{FF2B5EF4-FFF2-40B4-BE49-F238E27FC236}">
                <a16:creationId xmlns:a16="http://schemas.microsoft.com/office/drawing/2014/main" id="{FCEA3498-D2E9-53B8-CBA6-C8DBE23DF1C7}"/>
              </a:ext>
            </a:extLst>
          </p:cNvPr>
          <p:cNvSpPr/>
          <p:nvPr/>
        </p:nvSpPr>
        <p:spPr>
          <a:xfrm>
            <a:off x="5431811" y="3919049"/>
            <a:ext cx="45720" cy="49377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0" name="Shape 104">
            <a:extLst>
              <a:ext uri="{FF2B5EF4-FFF2-40B4-BE49-F238E27FC236}">
                <a16:creationId xmlns:a16="http://schemas.microsoft.com/office/drawing/2014/main" id="{D4DD355B-7E2D-882D-3943-C82993E382BD}"/>
              </a:ext>
            </a:extLst>
          </p:cNvPr>
          <p:cNvSpPr/>
          <p:nvPr/>
        </p:nvSpPr>
        <p:spPr>
          <a:xfrm>
            <a:off x="5504963" y="3919049"/>
            <a:ext cx="1775262" cy="493776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1" name="Text 105">
            <a:extLst>
              <a:ext uri="{FF2B5EF4-FFF2-40B4-BE49-F238E27FC236}">
                <a16:creationId xmlns:a16="http://schemas.microsoft.com/office/drawing/2014/main" id="{1B814196-6829-08E1-DD22-28B26C05658F}"/>
              </a:ext>
            </a:extLst>
          </p:cNvPr>
          <p:cNvSpPr/>
          <p:nvPr/>
        </p:nvSpPr>
        <p:spPr>
          <a:xfrm>
            <a:off x="5541539" y="3946481"/>
            <a:ext cx="1586308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Female consistently higher</a:t>
            </a:r>
            <a:endParaRPr lang="en-US" sz="850" dirty="0"/>
          </a:p>
        </p:txBody>
      </p:sp>
      <p:sp>
        <p:nvSpPr>
          <p:cNvPr id="272" name="Text 106">
            <a:extLst>
              <a:ext uri="{FF2B5EF4-FFF2-40B4-BE49-F238E27FC236}">
                <a16:creationId xmlns:a16="http://schemas.microsoft.com/office/drawing/2014/main" id="{FF4D988A-6CF5-FB2E-8508-663472223F56}"/>
              </a:ext>
            </a:extLst>
          </p:cNvPr>
          <p:cNvSpPr/>
          <p:nvPr/>
        </p:nvSpPr>
        <p:spPr>
          <a:xfrm>
            <a:off x="5541539" y="4129361"/>
            <a:ext cx="1586308" cy="23947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 vs 22.7%  (+14.4 pp)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both alcohol groups</a:t>
            </a:r>
            <a:endParaRPr lang="en-US" sz="850" dirty="0"/>
          </a:p>
        </p:txBody>
      </p:sp>
      <p:sp>
        <p:nvSpPr>
          <p:cNvPr id="273" name="Shape 107">
            <a:extLst>
              <a:ext uri="{FF2B5EF4-FFF2-40B4-BE49-F238E27FC236}">
                <a16:creationId xmlns:a16="http://schemas.microsoft.com/office/drawing/2014/main" id="{33629003-CCED-F033-743B-0BD2CF6C93E6}"/>
              </a:ext>
            </a:extLst>
          </p:cNvPr>
          <p:cNvSpPr/>
          <p:nvPr/>
        </p:nvSpPr>
        <p:spPr>
          <a:xfrm>
            <a:off x="7352337" y="3922378"/>
            <a:ext cx="45720" cy="4937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4" name="Shape 108">
            <a:extLst>
              <a:ext uri="{FF2B5EF4-FFF2-40B4-BE49-F238E27FC236}">
                <a16:creationId xmlns:a16="http://schemas.microsoft.com/office/drawing/2014/main" id="{C078300F-3F45-8117-B045-B9CF0C74B4E5}"/>
              </a:ext>
            </a:extLst>
          </p:cNvPr>
          <p:cNvSpPr/>
          <p:nvPr/>
        </p:nvSpPr>
        <p:spPr>
          <a:xfrm>
            <a:off x="7425488" y="3922378"/>
            <a:ext cx="1750843" cy="493776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5" name="Text 109">
            <a:extLst>
              <a:ext uri="{FF2B5EF4-FFF2-40B4-BE49-F238E27FC236}">
                <a16:creationId xmlns:a16="http://schemas.microsoft.com/office/drawing/2014/main" id="{E7A29B4E-3936-2925-83E7-9B906152242F}"/>
              </a:ext>
            </a:extLst>
          </p:cNvPr>
          <p:cNvSpPr/>
          <p:nvPr/>
        </p:nvSpPr>
        <p:spPr>
          <a:xfrm>
            <a:off x="7462065" y="3949810"/>
            <a:ext cx="1783298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Alcohol use → higher risk</a:t>
            </a:r>
            <a:endParaRPr lang="en-US" sz="850" dirty="0"/>
          </a:p>
        </p:txBody>
      </p:sp>
      <p:sp>
        <p:nvSpPr>
          <p:cNvPr id="276" name="Text 110">
            <a:extLst>
              <a:ext uri="{FF2B5EF4-FFF2-40B4-BE49-F238E27FC236}">
                <a16:creationId xmlns:a16="http://schemas.microsoft.com/office/drawing/2014/main" id="{320EF57D-CFE5-6F81-5E98-B327A2FBE1D0}"/>
              </a:ext>
            </a:extLst>
          </p:cNvPr>
          <p:cNvSpPr/>
          <p:nvPr/>
        </p:nvSpPr>
        <p:spPr>
          <a:xfrm>
            <a:off x="7462065" y="4132690"/>
            <a:ext cx="1603949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sexes show higher rates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current alcohol use</a:t>
            </a:r>
            <a:endParaRPr lang="en-US" sz="850" dirty="0"/>
          </a:p>
        </p:txBody>
      </p:sp>
      <p:sp>
        <p:nvSpPr>
          <p:cNvPr id="277" name="Shape 111">
            <a:extLst>
              <a:ext uri="{FF2B5EF4-FFF2-40B4-BE49-F238E27FC236}">
                <a16:creationId xmlns:a16="http://schemas.microsoft.com/office/drawing/2014/main" id="{D4A9FC12-5372-269B-9EDE-3B13F7979F8B}"/>
              </a:ext>
            </a:extLst>
          </p:cNvPr>
          <p:cNvSpPr/>
          <p:nvPr/>
        </p:nvSpPr>
        <p:spPr>
          <a:xfrm>
            <a:off x="5428328" y="4496376"/>
            <a:ext cx="45720" cy="493776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8" name="Shape 112">
            <a:extLst>
              <a:ext uri="{FF2B5EF4-FFF2-40B4-BE49-F238E27FC236}">
                <a16:creationId xmlns:a16="http://schemas.microsoft.com/office/drawing/2014/main" id="{883F0FEA-8E6E-4696-6CB2-428AB30F382A}"/>
              </a:ext>
            </a:extLst>
          </p:cNvPr>
          <p:cNvSpPr/>
          <p:nvPr/>
        </p:nvSpPr>
        <p:spPr>
          <a:xfrm>
            <a:off x="5501480" y="4496376"/>
            <a:ext cx="1778745" cy="493776"/>
          </a:xfrm>
          <a:prstGeom prst="rect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9" name="Text 113">
            <a:extLst>
              <a:ext uri="{FF2B5EF4-FFF2-40B4-BE49-F238E27FC236}">
                <a16:creationId xmlns:a16="http://schemas.microsoft.com/office/drawing/2014/main" id="{47DBD3C9-3A88-6C27-9B10-059C9E789DE4}"/>
              </a:ext>
            </a:extLst>
          </p:cNvPr>
          <p:cNvSpPr/>
          <p:nvPr/>
        </p:nvSpPr>
        <p:spPr>
          <a:xfrm>
            <a:off x="5538056" y="4523808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Both independently significant</a:t>
            </a:r>
            <a:endParaRPr lang="en-US" sz="850" dirty="0"/>
          </a:p>
        </p:txBody>
      </p:sp>
      <p:sp>
        <p:nvSpPr>
          <p:cNvPr id="280" name="Text 114">
            <a:extLst>
              <a:ext uri="{FF2B5EF4-FFF2-40B4-BE49-F238E27FC236}">
                <a16:creationId xmlns:a16="http://schemas.microsoft.com/office/drawing/2014/main" id="{696C82DB-2336-0C60-ABCC-B950670506FB}"/>
              </a:ext>
            </a:extLst>
          </p:cNvPr>
          <p:cNvSpPr/>
          <p:nvPr/>
        </p:nvSpPr>
        <p:spPr>
          <a:xfrm>
            <a:off x="5538056" y="4706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OR: Female 2.13×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OR: Alcohol 1.90×</a:t>
            </a:r>
            <a:endParaRPr lang="en-US" sz="850" dirty="0"/>
          </a:p>
        </p:txBody>
      </p:sp>
      <p:sp>
        <p:nvSpPr>
          <p:cNvPr id="281" name="Shape 115">
            <a:extLst>
              <a:ext uri="{FF2B5EF4-FFF2-40B4-BE49-F238E27FC236}">
                <a16:creationId xmlns:a16="http://schemas.microsoft.com/office/drawing/2014/main" id="{97E0B111-792C-C5D6-9A03-37999BE7CB8B}"/>
              </a:ext>
            </a:extLst>
          </p:cNvPr>
          <p:cNvSpPr/>
          <p:nvPr/>
        </p:nvSpPr>
        <p:spPr>
          <a:xfrm>
            <a:off x="7352337" y="4496376"/>
            <a:ext cx="45720" cy="4937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2" name="Shape 116">
            <a:extLst>
              <a:ext uri="{FF2B5EF4-FFF2-40B4-BE49-F238E27FC236}">
                <a16:creationId xmlns:a16="http://schemas.microsoft.com/office/drawing/2014/main" id="{463F4404-AC3D-8B46-BF6C-1BF0AB4B97E6}"/>
              </a:ext>
            </a:extLst>
          </p:cNvPr>
          <p:cNvSpPr/>
          <p:nvPr/>
        </p:nvSpPr>
        <p:spPr>
          <a:xfrm>
            <a:off x="7425489" y="4496376"/>
            <a:ext cx="1771575" cy="493776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3" name="Text 117">
            <a:extLst>
              <a:ext uri="{FF2B5EF4-FFF2-40B4-BE49-F238E27FC236}">
                <a16:creationId xmlns:a16="http://schemas.microsoft.com/office/drawing/2014/main" id="{4873F503-6F50-A716-7D84-EC03A341599A}"/>
              </a:ext>
            </a:extLst>
          </p:cNvPr>
          <p:cNvSpPr/>
          <p:nvPr/>
        </p:nvSpPr>
        <p:spPr>
          <a:xfrm>
            <a:off x="7462065" y="4523808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Highest-risk group</a:t>
            </a:r>
            <a:endParaRPr lang="en-US" sz="850" dirty="0"/>
          </a:p>
        </p:txBody>
      </p:sp>
      <p:sp>
        <p:nvSpPr>
          <p:cNvPr id="284" name="Text 118">
            <a:extLst>
              <a:ext uri="{FF2B5EF4-FFF2-40B4-BE49-F238E27FC236}">
                <a16:creationId xmlns:a16="http://schemas.microsoft.com/office/drawing/2014/main" id="{8845941A-7496-C9B9-4F7E-E2AB62A37E0D}"/>
              </a:ext>
            </a:extLst>
          </p:cNvPr>
          <p:cNvSpPr/>
          <p:nvPr/>
        </p:nvSpPr>
        <p:spPr>
          <a:xfrm>
            <a:off x="7462065" y="4706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+ alcohol use: 44.9%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predicted probability</a:t>
            </a:r>
            <a:endParaRPr lang="en-US" sz="850" dirty="0"/>
          </a:p>
        </p:txBody>
      </p:sp>
      <p:sp>
        <p:nvSpPr>
          <p:cNvPr id="285" name="Shape 119">
            <a:extLst>
              <a:ext uri="{FF2B5EF4-FFF2-40B4-BE49-F238E27FC236}">
                <a16:creationId xmlns:a16="http://schemas.microsoft.com/office/drawing/2014/main" id="{0A9961F0-6BAF-0044-E35E-11643E8356C9}"/>
              </a:ext>
            </a:extLst>
          </p:cNvPr>
          <p:cNvSpPr/>
          <p:nvPr/>
        </p:nvSpPr>
        <p:spPr>
          <a:xfrm>
            <a:off x="5624581" y="6858000"/>
            <a:ext cx="2249424" cy="0"/>
          </a:xfrm>
          <a:prstGeom prst="line">
            <a:avLst/>
          </a:prstGeom>
          <a:noFill/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7" name="Shape 4">
            <a:extLst>
              <a:ext uri="{FF2B5EF4-FFF2-40B4-BE49-F238E27FC236}">
                <a16:creationId xmlns:a16="http://schemas.microsoft.com/office/drawing/2014/main" id="{0F1A0D35-B670-DC5B-2439-0330E7DD375A}"/>
              </a:ext>
            </a:extLst>
          </p:cNvPr>
          <p:cNvSpPr/>
          <p:nvPr/>
        </p:nvSpPr>
        <p:spPr>
          <a:xfrm>
            <a:off x="8776005" y="1870475"/>
            <a:ext cx="3306842" cy="14862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9" name="Shape 52">
            <a:extLst>
              <a:ext uri="{FF2B5EF4-FFF2-40B4-BE49-F238E27FC236}">
                <a16:creationId xmlns:a16="http://schemas.microsoft.com/office/drawing/2014/main" id="{9BDACC07-87FE-F402-913E-E7BE0E7AD12C}"/>
              </a:ext>
            </a:extLst>
          </p:cNvPr>
          <p:cNvSpPr/>
          <p:nvPr/>
        </p:nvSpPr>
        <p:spPr>
          <a:xfrm>
            <a:off x="8863973" y="1957440"/>
            <a:ext cx="3166036" cy="237059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90" name="Text 53">
            <a:extLst>
              <a:ext uri="{FF2B5EF4-FFF2-40B4-BE49-F238E27FC236}">
                <a16:creationId xmlns:a16="http://schemas.microsoft.com/office/drawing/2014/main" id="{17DEE988-9C74-AE9F-1255-6106FE36ABFD}"/>
              </a:ext>
            </a:extLst>
          </p:cNvPr>
          <p:cNvSpPr/>
          <p:nvPr/>
        </p:nvSpPr>
        <p:spPr>
          <a:xfrm>
            <a:off x="9265300" y="1942155"/>
            <a:ext cx="2560320" cy="23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291" name="Shape 54">
            <a:extLst>
              <a:ext uri="{FF2B5EF4-FFF2-40B4-BE49-F238E27FC236}">
                <a16:creationId xmlns:a16="http://schemas.microsoft.com/office/drawing/2014/main" id="{94DFAD8B-7507-A29E-42F3-822B497279A0}"/>
              </a:ext>
            </a:extLst>
          </p:cNvPr>
          <p:cNvSpPr/>
          <p:nvPr/>
        </p:nvSpPr>
        <p:spPr>
          <a:xfrm>
            <a:off x="8872498" y="2258088"/>
            <a:ext cx="3165557" cy="22892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2" name="Text 55">
            <a:extLst>
              <a:ext uri="{FF2B5EF4-FFF2-40B4-BE49-F238E27FC236}">
                <a16:creationId xmlns:a16="http://schemas.microsoft.com/office/drawing/2014/main" id="{B298618F-60D5-6E31-9296-00BDE4D25FD5}"/>
              </a:ext>
            </a:extLst>
          </p:cNvPr>
          <p:cNvSpPr/>
          <p:nvPr/>
        </p:nvSpPr>
        <p:spPr>
          <a:xfrm>
            <a:off x="9265300" y="2226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 ·  z = 18.54</a:t>
            </a:r>
            <a:endParaRPr lang="en-US" sz="1000" dirty="0"/>
          </a:p>
        </p:txBody>
      </p:sp>
      <p:sp>
        <p:nvSpPr>
          <p:cNvPr id="294" name="Text 58">
            <a:extLst>
              <a:ext uri="{FF2B5EF4-FFF2-40B4-BE49-F238E27FC236}">
                <a16:creationId xmlns:a16="http://schemas.microsoft.com/office/drawing/2014/main" id="{AAC8E966-785F-63B6-FD32-B1ED92D2D16F}"/>
              </a:ext>
            </a:extLst>
          </p:cNvPr>
          <p:cNvSpPr/>
          <p:nvPr/>
        </p:nvSpPr>
        <p:spPr>
          <a:xfrm>
            <a:off x="8822889" y="2604128"/>
            <a:ext cx="12363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/ II error</a:t>
            </a:r>
            <a:endParaRPr lang="en-US" sz="900" dirty="0"/>
          </a:p>
        </p:txBody>
      </p:sp>
      <p:sp>
        <p:nvSpPr>
          <p:cNvPr id="297" name="Text 61">
            <a:extLst>
              <a:ext uri="{FF2B5EF4-FFF2-40B4-BE49-F238E27FC236}">
                <a16:creationId xmlns:a16="http://schemas.microsoft.com/office/drawing/2014/main" id="{1F29392D-23EE-F575-D70D-7AAFB5262CA4}"/>
              </a:ext>
            </a:extLst>
          </p:cNvPr>
          <p:cNvSpPr/>
          <p:nvPr/>
        </p:nvSpPr>
        <p:spPr>
          <a:xfrm>
            <a:off x="11533217" y="2805440"/>
            <a:ext cx="504838" cy="134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600" dirty="0"/>
          </a:p>
        </p:txBody>
      </p:sp>
      <p:sp>
        <p:nvSpPr>
          <p:cNvPr id="300" name="Text 64">
            <a:extLst>
              <a:ext uri="{FF2B5EF4-FFF2-40B4-BE49-F238E27FC236}">
                <a16:creationId xmlns:a16="http://schemas.microsoft.com/office/drawing/2014/main" id="{BFD755C6-A61C-8BB7-1AD0-D29F71418BB4}"/>
              </a:ext>
            </a:extLst>
          </p:cNvPr>
          <p:cNvSpPr/>
          <p:nvPr/>
        </p:nvSpPr>
        <p:spPr>
          <a:xfrm>
            <a:off x="10828532" y="2932046"/>
            <a:ext cx="12289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600" dirty="0"/>
          </a:p>
        </p:txBody>
      </p:sp>
      <p:sp>
        <p:nvSpPr>
          <p:cNvPr id="302" name="Text 66">
            <a:extLst>
              <a:ext uri="{FF2B5EF4-FFF2-40B4-BE49-F238E27FC236}">
                <a16:creationId xmlns:a16="http://schemas.microsoft.com/office/drawing/2014/main" id="{06CF4FEF-40A0-1E88-AB0C-DA84FE8F572E}"/>
              </a:ext>
            </a:extLst>
          </p:cNvPr>
          <p:cNvSpPr/>
          <p:nvPr/>
        </p:nvSpPr>
        <p:spPr>
          <a:xfrm>
            <a:off x="8839638" y="3092337"/>
            <a:ext cx="1755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00" dirty="0"/>
          </a:p>
        </p:txBody>
      </p:sp>
      <p:sp>
        <p:nvSpPr>
          <p:cNvPr id="303" name="Text 67">
            <a:extLst>
              <a:ext uri="{FF2B5EF4-FFF2-40B4-BE49-F238E27FC236}">
                <a16:creationId xmlns:a16="http://schemas.microsoft.com/office/drawing/2014/main" id="{6BE4154E-2884-C813-617E-D8D737CBB79E}"/>
              </a:ext>
            </a:extLst>
          </p:cNvPr>
          <p:cNvSpPr/>
          <p:nvPr/>
        </p:nvSpPr>
        <p:spPr>
          <a:xfrm>
            <a:off x="10828516" y="3088343"/>
            <a:ext cx="12289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</a:t>
            </a:r>
            <a:endParaRPr lang="en-US" sz="600" dirty="0"/>
          </a:p>
        </p:txBody>
      </p:sp>
      <p:sp>
        <p:nvSpPr>
          <p:cNvPr id="304" name="Text 60">
            <a:extLst>
              <a:ext uri="{FF2B5EF4-FFF2-40B4-BE49-F238E27FC236}">
                <a16:creationId xmlns:a16="http://schemas.microsoft.com/office/drawing/2014/main" id="{D3D58DF0-4848-2297-D257-05A2DF149BAD}"/>
              </a:ext>
            </a:extLst>
          </p:cNvPr>
          <p:cNvSpPr/>
          <p:nvPr/>
        </p:nvSpPr>
        <p:spPr>
          <a:xfrm>
            <a:off x="8836551" y="2805440"/>
            <a:ext cx="703566" cy="137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(α)</a:t>
            </a:r>
            <a:endParaRPr lang="en-US" sz="600" dirty="0"/>
          </a:p>
        </p:txBody>
      </p:sp>
      <p:cxnSp>
        <p:nvCxnSpPr>
          <p:cNvPr id="305" name="直線接點 304">
            <a:extLst>
              <a:ext uri="{FF2B5EF4-FFF2-40B4-BE49-F238E27FC236}">
                <a16:creationId xmlns:a16="http://schemas.microsoft.com/office/drawing/2014/main" id="{FE540DF7-54E9-EFF9-CB77-DC3EFF642769}"/>
              </a:ext>
            </a:extLst>
          </p:cNvPr>
          <p:cNvCxnSpPr>
            <a:cxnSpLocks/>
          </p:cNvCxnSpPr>
          <p:nvPr/>
        </p:nvCxnSpPr>
        <p:spPr>
          <a:xfrm>
            <a:off x="8923544" y="2943036"/>
            <a:ext cx="308910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 63">
            <a:extLst>
              <a:ext uri="{FF2B5EF4-FFF2-40B4-BE49-F238E27FC236}">
                <a16:creationId xmlns:a16="http://schemas.microsoft.com/office/drawing/2014/main" id="{4E07D0FB-85B1-0A51-D70B-B0D2A6E9ECC9}"/>
              </a:ext>
            </a:extLst>
          </p:cNvPr>
          <p:cNvSpPr/>
          <p:nvPr/>
        </p:nvSpPr>
        <p:spPr>
          <a:xfrm>
            <a:off x="8839638" y="2934059"/>
            <a:ext cx="528541" cy="197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(β)</a:t>
            </a:r>
            <a:endParaRPr lang="en-US" sz="600" dirty="0"/>
          </a:p>
        </p:txBody>
      </p:sp>
      <p:cxnSp>
        <p:nvCxnSpPr>
          <p:cNvPr id="308" name="直線接點 307">
            <a:extLst>
              <a:ext uri="{FF2B5EF4-FFF2-40B4-BE49-F238E27FC236}">
                <a16:creationId xmlns:a16="http://schemas.microsoft.com/office/drawing/2014/main" id="{B03FECC6-A4ED-D7DD-D246-69E926BE89B6}"/>
              </a:ext>
            </a:extLst>
          </p:cNvPr>
          <p:cNvCxnSpPr>
            <a:cxnSpLocks/>
          </p:cNvCxnSpPr>
          <p:nvPr/>
        </p:nvCxnSpPr>
        <p:spPr>
          <a:xfrm>
            <a:off x="8923544" y="3095436"/>
            <a:ext cx="310079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線接點 308">
            <a:extLst>
              <a:ext uri="{FF2B5EF4-FFF2-40B4-BE49-F238E27FC236}">
                <a16:creationId xmlns:a16="http://schemas.microsoft.com/office/drawing/2014/main" id="{1CF565CA-9CE3-1C1B-6FC1-C7868CF41A06}"/>
              </a:ext>
            </a:extLst>
          </p:cNvPr>
          <p:cNvCxnSpPr>
            <a:cxnSpLocks/>
          </p:cNvCxnSpPr>
          <p:nvPr/>
        </p:nvCxnSpPr>
        <p:spPr>
          <a:xfrm>
            <a:off x="5431811" y="5122528"/>
            <a:ext cx="37652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 122">
            <a:extLst>
              <a:ext uri="{FF2B5EF4-FFF2-40B4-BE49-F238E27FC236}">
                <a16:creationId xmlns:a16="http://schemas.microsoft.com/office/drawing/2014/main" id="{BA944FF1-4AA4-D66D-1A51-01A1DE1565B0}"/>
              </a:ext>
            </a:extLst>
          </p:cNvPr>
          <p:cNvSpPr/>
          <p:nvPr/>
        </p:nvSpPr>
        <p:spPr>
          <a:xfrm>
            <a:off x="5443085" y="5218269"/>
            <a:ext cx="3723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TW" sz="1400" b="1" dirty="0">
                <a:solidFill>
                  <a:srgbClr val="111827"/>
                </a:solidFill>
              </a:rPr>
              <a:t>Female students reported sad/hopeless feelings more often than male students. The association remains clear after considering current alcohol use. Observational survey data support association, not causation.</a:t>
            </a:r>
            <a:endParaRPr lang="en-US" sz="1400" dirty="0">
              <a:solidFill>
                <a:srgbClr val="1E1A4A"/>
              </a:solidFill>
            </a:endParaRP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46D828B9-9667-0504-953E-6D4B092FC2F2}"/>
              </a:ext>
            </a:extLst>
          </p:cNvPr>
          <p:cNvSpPr/>
          <p:nvPr/>
        </p:nvSpPr>
        <p:spPr>
          <a:xfrm>
            <a:off x="0" y="6815923"/>
            <a:ext cx="12192000" cy="45719"/>
          </a:xfrm>
          <a:prstGeom prst="rect">
            <a:avLst/>
          </a:prstGeom>
          <a:solidFill>
            <a:srgbClr val="1E1A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3653D-50DA-11B6-444D-3DB3A73C9D51}"/>
              </a:ext>
            </a:extLst>
          </p:cNvPr>
          <p:cNvSpPr/>
          <p:nvPr/>
        </p:nvSpPr>
        <p:spPr>
          <a:xfrm>
            <a:off x="8777168" y="1559640"/>
            <a:ext cx="3305678" cy="230386"/>
          </a:xfrm>
          <a:prstGeom prst="rect">
            <a:avLst/>
          </a:prstGeom>
          <a:solidFill>
            <a:srgbClr val="1E1A4A"/>
          </a:solidFill>
          <a:ln>
            <a:solidFill>
              <a:srgbClr val="1E1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90CC666-8F8C-FD5C-2608-2F5CBF61846D}"/>
              </a:ext>
            </a:extLst>
          </p:cNvPr>
          <p:cNvSpPr/>
          <p:nvPr/>
        </p:nvSpPr>
        <p:spPr>
          <a:xfrm>
            <a:off x="9758699" y="1588043"/>
            <a:ext cx="1580606" cy="16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</a:t>
            </a:r>
          </a:p>
        </p:txBody>
      </p:sp>
      <p:sp>
        <p:nvSpPr>
          <p:cNvPr id="268" name="Text 102">
            <a:extLst>
              <a:ext uri="{FF2B5EF4-FFF2-40B4-BE49-F238E27FC236}">
                <a16:creationId xmlns:a16="http://schemas.microsoft.com/office/drawing/2014/main" id="{CBB1F65D-31AE-21E6-2EE0-AC38D6C2579E}"/>
              </a:ext>
            </a:extLst>
          </p:cNvPr>
          <p:cNvSpPr/>
          <p:nvPr/>
        </p:nvSpPr>
        <p:spPr>
          <a:xfrm>
            <a:off x="6162927" y="3507703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Conclusion</a:t>
            </a:r>
          </a:p>
        </p:txBody>
      </p:sp>
      <p:sp>
        <p:nvSpPr>
          <p:cNvPr id="17" name="Shape 101">
            <a:extLst>
              <a:ext uri="{FF2B5EF4-FFF2-40B4-BE49-F238E27FC236}">
                <a16:creationId xmlns:a16="http://schemas.microsoft.com/office/drawing/2014/main" id="{C1798B37-458D-4034-4798-085B4C54853C}"/>
              </a:ext>
            </a:extLst>
          </p:cNvPr>
          <p:cNvSpPr/>
          <p:nvPr/>
        </p:nvSpPr>
        <p:spPr>
          <a:xfrm>
            <a:off x="9341007" y="3491432"/>
            <a:ext cx="2741840" cy="226612"/>
          </a:xfrm>
          <a:prstGeom prst="rect">
            <a:avLst/>
          </a:prstGeom>
          <a:solidFill>
            <a:srgbClr val="1E1A4A"/>
          </a:solidFill>
          <a:ln w="12700">
            <a:solidFill>
              <a:srgbClr val="1E1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B9F31BAE-1F11-E709-D249-0D44102029A1}"/>
              </a:ext>
            </a:extLst>
          </p:cNvPr>
          <p:cNvSpPr/>
          <p:nvPr/>
        </p:nvSpPr>
        <p:spPr>
          <a:xfrm>
            <a:off x="9612772" y="350060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4D6BBCA-5D1E-52CA-083A-E679A04B9C89}"/>
              </a:ext>
            </a:extLst>
          </p:cNvPr>
          <p:cNvSpPr txBox="1"/>
          <p:nvPr/>
        </p:nvSpPr>
        <p:spPr>
          <a:xfrm>
            <a:off x="9397848" y="3833055"/>
            <a:ext cx="26402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chemeClr val="bg2">
                    <a:lumMod val="50000"/>
                  </a:schemeClr>
                </a:solidFill>
              </a:rPr>
              <a:t>• Observational survey data support association, not causation</a:t>
            </a:r>
          </a:p>
          <a:p>
            <a:endParaRPr lang="zh-TW" alt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TW" altLang="en-US" sz="1200" b="1" dirty="0">
                <a:solidFill>
                  <a:schemeClr val="bg2">
                    <a:lumMod val="50000"/>
                  </a:schemeClr>
                </a:solidFill>
              </a:rPr>
              <a:t>• Responses were self-reported</a:t>
            </a:r>
          </a:p>
          <a:p>
            <a:endParaRPr lang="zh-TW" alt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TW" altLang="en-US" sz="1200" b="1" dirty="0">
                <a:solidFill>
                  <a:schemeClr val="bg2">
                    <a:lumMod val="50000"/>
                  </a:schemeClr>
                </a:solidFill>
              </a:rPr>
              <a:t>• Some potentially important variables were not included</a:t>
            </a:r>
          </a:p>
          <a:p>
            <a:endParaRPr lang="zh-TW" alt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TW" altLang="en-US" sz="1200" b="1" dirty="0">
                <a:solidFill>
                  <a:schemeClr val="bg2">
                    <a:lumMod val="50000"/>
                  </a:schemeClr>
                </a:solidFill>
              </a:rPr>
              <a:t>• The dataset was collected in 2007</a:t>
            </a:r>
          </a:p>
        </p:txBody>
      </p:sp>
    </p:spTree>
    <p:extLst>
      <p:ext uri="{BB962C8B-B14F-4D97-AF65-F5344CB8AC3E}">
        <p14:creationId xmlns:p14="http://schemas.microsoft.com/office/powerpoint/2010/main" val="123324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361</Words>
  <Application>Microsoft Office PowerPoint</Application>
  <PresentationFormat>寬螢幕</PresentationFormat>
  <Paragraphs>91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心妤 王</cp:lastModifiedBy>
  <cp:revision>3</cp:revision>
  <dcterms:created xsi:type="dcterms:W3CDTF">2026-06-02T05:56:39Z</dcterms:created>
  <dcterms:modified xsi:type="dcterms:W3CDTF">2026-06-02T13:16:10Z</dcterms:modified>
</cp:coreProperties>
</file>