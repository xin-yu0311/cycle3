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5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Cycle 3  •  Two-Sample Inference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6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Sad or Hopeless Feelings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236208" y="6217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84C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Female vs. Male Students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21208" y="1088136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the proportion of students who felt sad or hopeless different between female and male students?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27080" y="384048"/>
            <a:ext cx="621792" cy="310896"/>
          </a:xfrm>
          <a:prstGeom prst="rect">
            <a:avLst/>
          </a:prstGeom>
          <a:solidFill>
            <a:srgbClr val="A84C7F"/>
          </a:solidFill>
          <a:ln>
            <a:solidFill>
              <a:srgbClr val="A84C7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195560" y="74980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5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question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85216" y="1600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Observed proportions</a:t>
            </a:r>
            <a:endParaRPr lang="en-US" sz="1600" dirty="0"/>
          </a:p>
        </p:txBody>
      </p:sp>
      <p:pic>
        <p:nvPicPr>
          <p:cNvPr id="9" name="Image 0" descr="/mnt/data/project-cycle-3/outputs/figures/sad_hopeless_by_sex_polish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74520"/>
            <a:ext cx="5623560" cy="3200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46520" y="15727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result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46520" y="1883664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A84C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+14.44</a:t>
            </a:r>
            <a:endParaRPr lang="en-US" sz="3900" dirty="0"/>
          </a:p>
        </p:txBody>
      </p:sp>
      <p:sp>
        <p:nvSpPr>
          <p:cNvPr id="12" name="Text 9"/>
          <p:cNvSpPr/>
          <p:nvPr/>
        </p:nvSpPr>
        <p:spPr>
          <a:xfrm>
            <a:off x="8869680" y="22219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4C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percentage points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64808" y="26334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6B5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Female proportion was higher than male proportion.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6446520" y="3063240"/>
            <a:ext cx="1417320" cy="713232"/>
          </a:xfrm>
          <a:prstGeom prst="rect">
            <a:avLst/>
          </a:prstGeom>
          <a:solidFill>
            <a:srgbClr val="F2DDE8"/>
          </a:solidFill>
          <a:ln>
            <a:solidFill>
              <a:srgbClr val="F2DDE8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6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Female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6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37.18%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074152" y="3063240"/>
            <a:ext cx="1417320" cy="713232"/>
          </a:xfrm>
          <a:prstGeom prst="rect">
            <a:avLst/>
          </a:prstGeom>
          <a:solidFill>
            <a:srgbClr val="E4ECF6"/>
          </a:solidFill>
          <a:ln>
            <a:solidFill>
              <a:srgbClr val="E4ECF6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6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6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22.73%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701784" y="3063240"/>
            <a:ext cx="1417320" cy="713232"/>
          </a:xfrm>
          <a:prstGeom prst="rect">
            <a:avLst/>
          </a:prstGeom>
          <a:solidFill>
            <a:srgbClr val="EEE7DF"/>
          </a:solidFill>
          <a:ln>
            <a:solidFill>
              <a:srgbClr val="EEE7DF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6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p-value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6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 0.001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446520" y="405079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Inference: confidence interval</a:t>
            </a:r>
            <a:endParaRPr lang="en-US" sz="1600" dirty="0"/>
          </a:p>
        </p:txBody>
      </p:sp>
      <p:pic>
        <p:nvPicPr>
          <p:cNvPr id="18" name="Image 1" descr="/mnt/data/project-cycle-3/outputs/figures/confidence_interval_difference_polish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4416552"/>
            <a:ext cx="4864608" cy="115214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76072" y="555955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variable: WhatIsYourSex  →  Female vs. Male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576072" y="5824728"/>
            <a:ext cx="4251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Response: SadOrHopeless, recoded Yes = 1 / No = 0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576072" y="6089904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Method: two-proportion z-test, α = 0.05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6446520" y="579729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8302752" y="5687568"/>
            <a:ext cx="3236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6B5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 H0. In this dataset, female students reported sad or hopeless feelings at a significantly higher proportion. This is an association, not causation.</a:t>
            </a:r>
            <a:endParaRPr lang="en-US" sz="1140" dirty="0"/>
          </a:p>
        </p:txBody>
      </p:sp>
      <p:sp>
        <p:nvSpPr>
          <p:cNvPr id="24" name="Shape 20"/>
          <p:cNvSpPr/>
          <p:nvPr/>
        </p:nvSpPr>
        <p:spPr>
          <a:xfrm>
            <a:off x="502920" y="5349240"/>
            <a:ext cx="11155680" cy="0"/>
          </a:xfrm>
          <a:prstGeom prst="line">
            <a:avLst/>
          </a:prstGeom>
          <a:noFill/>
          <a:ln w="12700">
            <a:solidFill>
              <a:srgbClr val="E8DED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199632" y="1591056"/>
            <a:ext cx="0" cy="4078224"/>
          </a:xfrm>
          <a:prstGeom prst="line">
            <a:avLst/>
          </a:prstGeom>
          <a:noFill/>
          <a:ln w="12700">
            <a:solidFill>
              <a:srgbClr val="E8DED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Cycle 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Gender and Sad or Hopeless Feeling</dc:title>
  <dc:subject>Two-sample inference</dc:subject>
  <dc:creator>Project Cycle 3</dc:creator>
  <cp:lastModifiedBy>Project Cycle 3</cp:lastModifiedBy>
  <cp:revision>1</cp:revision>
  <dcterms:created xsi:type="dcterms:W3CDTF">2026-05-27T15:39:17Z</dcterms:created>
  <dcterms:modified xsi:type="dcterms:W3CDTF">2026-05-27T15:39:17Z</dcterms:modified>
</cp:coreProperties>
</file>